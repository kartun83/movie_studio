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6.xml.rels" ContentType="application/vnd.openxmlformats-package.relationships+xml"/>
  <Override PartName="/ppt/slideMasters/_rels/slideMaster10.xml.rels" ContentType="application/vnd.openxmlformats-package.relationships+xml"/>
  <Override PartName="/ppt/slideMasters/_rels/slideMaster8.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5.xml" ContentType="application/vnd.openxmlformats-officedocument.presentationml.slideMaster+xml"/>
  <Override PartName="/ppt/slideMasters/slideMaster8.xml" ContentType="application/vnd.openxmlformats-officedocument.presentationml.slideMaster+xml"/>
  <Override PartName="/ppt/slideMasters/slideMaster10.xml" ContentType="application/vnd.openxmlformats-officedocument.presentationml.slideMaster+xml"/>
  <Override PartName="/ppt/slideMasters/slideMaster1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27.xml" ContentType="application/vnd.openxmlformats-officedocument.theme+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8.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6.png" ContentType="image/png"/>
  <Override PartName="/ppt/media/image10.png" ContentType="image/png"/>
  <Override PartName="/ppt/media/image2.png" ContentType="image/png"/>
  <Override PartName="/ppt/media/image3.png" ContentType="image/png"/>
  <Override PartName="/ppt/media/image4.png" ContentType="image/png"/>
  <Override PartName="/ppt/media/image5.jpeg" ContentType="image/jpeg"/>
  <Override PartName="/ppt/media/image7.png" ContentType="image/png"/>
  <Override PartName="/ppt/media/image11.png" ContentType="image/png"/>
  <Override PartName="/ppt/media/image12.jpeg" ContentType="image/jpeg"/>
  <Override PartName="/ppt/media/image8.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16.xml.rels" ContentType="application/vnd.openxmlformats-package.relationships+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2" r:id="rId3"/>
    <p:sldMasterId id="2147483664" r:id="rId4"/>
    <p:sldMasterId id="2147483667"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8.xml"/><Relationship Id="rId4" Type="http://schemas.openxmlformats.org/officeDocument/2006/relationships/slideMaster" Target="slideMasters/slideMaster10.xml"/><Relationship Id="rId5" Type="http://schemas.openxmlformats.org/officeDocument/2006/relationships/slideMaster" Target="slideMasters/slideMaster16.xml"/><Relationship Id="rId6" Type="http://schemas.openxmlformats.org/officeDocument/2006/relationships/slideMaster" Target="slideMasters/slideMaster2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6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2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2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2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3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B9A473A-D5A9-48BE-B637-8DF2ED60F81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216360" y="812520"/>
            <a:ext cx="7126920" cy="4008960"/>
          </a:xfrm>
          <a:prstGeom prst="rect">
            <a:avLst/>
          </a:prstGeom>
          <a:ln w="0">
            <a:noFill/>
          </a:ln>
        </p:spPr>
      </p:sp>
      <p:sp>
        <p:nvSpPr>
          <p:cNvPr id="68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Ias screenshot</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3.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4.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4.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2"/>
        </a:solidFill>
      </p:bgPr>
    </p:bg>
    <p:spTree>
      <p:nvGrpSpPr>
        <p:cNvPr id="1" name=""/>
        <p:cNvGrpSpPr/>
        <p:nvPr/>
      </p:nvGrpSpPr>
      <p:grpSpPr>
        <a:xfrm>
          <a:off x="0" y="0"/>
          <a:ext cx="0" cy="0"/>
          <a:chOff x="0" y="0"/>
          <a:chExt cx="0" cy="0"/>
        </a:xfrm>
      </p:grpSpPr>
      <p:pic>
        <p:nvPicPr>
          <p:cNvPr id="0" name="Google Shape;17;p3" descr=""/>
          <p:cNvPicPr/>
          <p:nvPr/>
        </p:nvPicPr>
        <p:blipFill>
          <a:blip r:embed="rId2"/>
          <a:srcRect l="0" t="1844" r="1844" b="0"/>
          <a:stretch/>
        </p:blipFill>
        <p:spPr>
          <a:xfrm>
            <a:off x="0" y="0"/>
            <a:ext cx="9143280" cy="5142960"/>
          </a:xfrm>
          <a:prstGeom prst="rect">
            <a:avLst/>
          </a:prstGeom>
          <a:noFill/>
          <a:ln w="0">
            <a:noFill/>
          </a:ln>
        </p:spPr>
      </p:pic>
      <p:pic>
        <p:nvPicPr>
          <p:cNvPr id="1" name="Google Shape;18;p3" descr=""/>
          <p:cNvPicPr/>
          <p:nvPr/>
        </p:nvPicPr>
        <p:blipFill>
          <a:blip r:embed="rId3">
            <a:alphaModFix amt="60000"/>
          </a:blip>
          <a:srcRect l="0" t="0" r="0" b="1681"/>
          <a:stretch/>
        </p:blipFill>
        <p:spPr>
          <a:xfrm>
            <a:off x="0" y="0"/>
            <a:ext cx="2740320" cy="5142960"/>
          </a:xfrm>
          <a:prstGeom prst="rect">
            <a:avLst/>
          </a:prstGeom>
          <a:noFill/>
          <a:ln w="0">
            <a:noFill/>
          </a:ln>
        </p:spPr>
      </p:pic>
      <p:grpSp>
        <p:nvGrpSpPr>
          <p:cNvPr id="2" name="Google Shape;19;p3"/>
          <p:cNvGrpSpPr/>
          <p:nvPr/>
        </p:nvGrpSpPr>
        <p:grpSpPr>
          <a:xfrm>
            <a:off x="-1316880" y="-1764360"/>
            <a:ext cx="12138480" cy="8643240"/>
            <a:chOff x="-1316880" y="-1764360"/>
            <a:chExt cx="12138480" cy="8643240"/>
          </a:xfrm>
        </p:grpSpPr>
        <p:pic>
          <p:nvPicPr>
            <p:cNvPr id="3" name="Google Shape;20;p3" descr=""/>
            <p:cNvPicPr/>
            <p:nvPr/>
          </p:nvPicPr>
          <p:blipFill>
            <a:blip r:embed="rId4">
              <a:alphaModFix amt="50000"/>
            </a:blip>
            <a:stretch/>
          </p:blipFill>
          <p:spPr>
            <a:xfrm rot="1120800">
              <a:off x="6818400" y="-1288440"/>
              <a:ext cx="3541320" cy="3464280"/>
            </a:xfrm>
            <a:prstGeom prst="rect">
              <a:avLst/>
            </a:prstGeom>
            <a:noFill/>
            <a:ln w="0">
              <a:noFill/>
            </a:ln>
          </p:spPr>
        </p:pic>
        <p:pic>
          <p:nvPicPr>
            <p:cNvPr id="4" name="Google Shape;21;p3" descr=""/>
            <p:cNvPicPr/>
            <p:nvPr/>
          </p:nvPicPr>
          <p:blipFill>
            <a:blip r:embed="rId5">
              <a:alphaModFix amt="50000"/>
            </a:blip>
            <a:stretch/>
          </p:blipFill>
          <p:spPr>
            <a:xfrm rot="4680600">
              <a:off x="-1025280" y="3054960"/>
              <a:ext cx="3541320" cy="3464280"/>
            </a:xfrm>
            <a:prstGeom prst="rect">
              <a:avLst/>
            </a:prstGeom>
            <a:noFill/>
            <a:ln w="0">
              <a:noFill/>
            </a:ln>
          </p:spPr>
        </p:pic>
      </p:grpSp>
      <p:grpSp>
        <p:nvGrpSpPr>
          <p:cNvPr id="5" name="Google Shape;22;p3"/>
          <p:cNvGrpSpPr/>
          <p:nvPr/>
        </p:nvGrpSpPr>
        <p:grpSpPr>
          <a:xfrm>
            <a:off x="-812160" y="-464040"/>
            <a:ext cx="10245960" cy="6232680"/>
            <a:chOff x="-812160" y="-464040"/>
            <a:chExt cx="10245960" cy="6232680"/>
          </a:xfrm>
        </p:grpSpPr>
        <p:grpSp>
          <p:nvGrpSpPr>
            <p:cNvPr id="6" name="Google Shape;23;p3"/>
            <p:cNvGrpSpPr/>
            <p:nvPr/>
          </p:nvGrpSpPr>
          <p:grpSpPr>
            <a:xfrm>
              <a:off x="-812160" y="-464040"/>
              <a:ext cx="1962720" cy="2006640"/>
              <a:chOff x="-812160" y="-464040"/>
              <a:chExt cx="1962720" cy="2006640"/>
            </a:xfrm>
          </p:grpSpPr>
          <p:pic>
            <p:nvPicPr>
              <p:cNvPr id="7" name="Google Shape;24;p3" descr=""/>
              <p:cNvPicPr/>
              <p:nvPr/>
            </p:nvPicPr>
            <p:blipFill>
              <a:blip r:embed="rId6">
                <a:alphaModFix amt="50000"/>
              </a:blip>
              <a:stretch/>
            </p:blipFill>
            <p:spPr>
              <a:xfrm rot="5400000">
                <a:off x="-834120" y="-442080"/>
                <a:ext cx="2006640" cy="1962720"/>
              </a:xfrm>
              <a:prstGeom prst="rect">
                <a:avLst/>
              </a:prstGeom>
              <a:noFill/>
              <a:ln w="0">
                <a:noFill/>
              </a:ln>
            </p:spPr>
          </p:pic>
          <p:grpSp>
            <p:nvGrpSpPr>
              <p:cNvPr id="8" name="Google Shape;25;p3"/>
              <p:cNvGrpSpPr/>
              <p:nvPr/>
            </p:nvGrpSpPr>
            <p:grpSpPr>
              <a:xfrm>
                <a:off x="432360" y="425520"/>
                <a:ext cx="326520" cy="317880"/>
                <a:chOff x="432360" y="425520"/>
                <a:chExt cx="326520" cy="317880"/>
              </a:xfrm>
            </p:grpSpPr>
            <p:sp>
              <p:nvSpPr>
                <p:cNvPr id="9" name="Google Shape;26;p3"/>
                <p:cNvSpPr/>
                <p:nvPr/>
              </p:nvSpPr>
              <p:spPr>
                <a:xfrm>
                  <a:off x="558720" y="72216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Google Shape;27;p3"/>
                <p:cNvSpPr/>
                <p:nvPr/>
              </p:nvSpPr>
              <p:spPr>
                <a:xfrm>
                  <a:off x="432360" y="54396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 name="Google Shape;28;p3"/>
                <p:cNvSpPr/>
                <p:nvPr/>
              </p:nvSpPr>
              <p:spPr>
                <a:xfrm>
                  <a:off x="570240" y="67824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29;p3"/>
                <p:cNvSpPr/>
                <p:nvPr/>
              </p:nvSpPr>
              <p:spPr>
                <a:xfrm>
                  <a:off x="457560" y="42552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Google Shape;30;p3"/>
                <p:cNvSpPr/>
                <p:nvPr/>
              </p:nvSpPr>
              <p:spPr>
                <a:xfrm>
                  <a:off x="586080" y="63576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 name="Google Shape;31;p3"/>
                <p:cNvSpPr/>
                <p:nvPr/>
              </p:nvSpPr>
              <p:spPr>
                <a:xfrm>
                  <a:off x="601560" y="59292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32;p3"/>
                <p:cNvSpPr/>
                <p:nvPr/>
              </p:nvSpPr>
              <p:spPr>
                <a:xfrm>
                  <a:off x="631080" y="50112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 name="Google Shape;33;p3"/>
                <p:cNvSpPr/>
                <p:nvPr/>
              </p:nvSpPr>
              <p:spPr>
                <a:xfrm>
                  <a:off x="668520" y="48024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 name="Google Shape;34;p3"/>
                <p:cNvSpPr/>
                <p:nvPr/>
              </p:nvSpPr>
              <p:spPr>
                <a:xfrm>
                  <a:off x="705600" y="45108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 name="Google Shape;35;p3"/>
              <p:cNvGrpSpPr/>
              <p:nvPr/>
            </p:nvGrpSpPr>
            <p:grpSpPr>
              <a:xfrm>
                <a:off x="475920" y="1088640"/>
                <a:ext cx="267840" cy="268200"/>
                <a:chOff x="475920" y="1088640"/>
                <a:chExt cx="267840" cy="268200"/>
              </a:xfrm>
            </p:grpSpPr>
            <p:sp>
              <p:nvSpPr>
                <p:cNvPr id="19" name="Google Shape;36;p3"/>
                <p:cNvSpPr/>
                <p:nvPr/>
              </p:nvSpPr>
              <p:spPr>
                <a:xfrm>
                  <a:off x="534240" y="1247040"/>
                  <a:ext cx="51120" cy="51120"/>
                </a:xfrm>
                <a:custGeom>
                  <a:avLst/>
                  <a:gdLst>
                    <a:gd name="textAreaLeft" fmla="*/ 0 w 51120"/>
                    <a:gd name="textAreaRight" fmla="*/ 51840 w 51120"/>
                    <a:gd name="textAreaTop" fmla="*/ 0 h 51120"/>
                    <a:gd name="textAreaBottom" fmla="*/ 51840 h 5112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 name="Google Shape;37;p3"/>
                <p:cNvSpPr/>
                <p:nvPr/>
              </p:nvSpPr>
              <p:spPr>
                <a:xfrm>
                  <a:off x="633600" y="1247760"/>
                  <a:ext cx="50400" cy="50400"/>
                </a:xfrm>
                <a:custGeom>
                  <a:avLst/>
                  <a:gdLst>
                    <a:gd name="textAreaLeft" fmla="*/ 0 w 50400"/>
                    <a:gd name="textAreaRight" fmla="*/ 51120 w 50400"/>
                    <a:gd name="textAreaTop" fmla="*/ 0 h 50400"/>
                    <a:gd name="textAreaBottom" fmla="*/ 51120 h 5040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Google Shape;38;p3"/>
                <p:cNvSpPr/>
                <p:nvPr/>
              </p:nvSpPr>
              <p:spPr>
                <a:xfrm>
                  <a:off x="534240" y="1148400"/>
                  <a:ext cx="50040" cy="50400"/>
                </a:xfrm>
                <a:custGeom>
                  <a:avLst/>
                  <a:gdLst>
                    <a:gd name="textAreaLeft" fmla="*/ 0 w 50040"/>
                    <a:gd name="textAreaRight" fmla="*/ 50760 w 50040"/>
                    <a:gd name="textAreaTop" fmla="*/ 0 h 50400"/>
                    <a:gd name="textAreaBottom" fmla="*/ 51120 h 5040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 name="Google Shape;39;p3"/>
                <p:cNvSpPr/>
                <p:nvPr/>
              </p:nvSpPr>
              <p:spPr>
                <a:xfrm>
                  <a:off x="632520" y="1148400"/>
                  <a:ext cx="51480" cy="51480"/>
                </a:xfrm>
                <a:custGeom>
                  <a:avLst/>
                  <a:gdLst>
                    <a:gd name="textAreaLeft" fmla="*/ 0 w 51480"/>
                    <a:gd name="textAreaRight" fmla="*/ 52200 w 51480"/>
                    <a:gd name="textAreaTop" fmla="*/ 0 h 51480"/>
                    <a:gd name="textAreaBottom" fmla="*/ 52200 h 5148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 name="Google Shape;40;p3"/>
                <p:cNvSpPr/>
                <p:nvPr/>
              </p:nvSpPr>
              <p:spPr>
                <a:xfrm>
                  <a:off x="595440" y="1211040"/>
                  <a:ext cx="26640" cy="26280"/>
                </a:xfrm>
                <a:custGeom>
                  <a:avLst/>
                  <a:gdLst>
                    <a:gd name="textAreaLeft" fmla="*/ 0 w 26640"/>
                    <a:gd name="textAreaRight" fmla="*/ 27360 w 26640"/>
                    <a:gd name="textAreaTop" fmla="*/ 0 h 26280"/>
                    <a:gd name="textAreaBottom" fmla="*/ 27000 h 26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3320" bIns="133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 name="Google Shape;41;p3"/>
                <p:cNvSpPr/>
                <p:nvPr/>
              </p:nvSpPr>
              <p:spPr>
                <a:xfrm>
                  <a:off x="530280" y="1144800"/>
                  <a:ext cx="157320" cy="157320"/>
                </a:xfrm>
                <a:custGeom>
                  <a:avLst/>
                  <a:gdLst>
                    <a:gd name="textAreaLeft" fmla="*/ 0 w 157320"/>
                    <a:gd name="textAreaRight" fmla="*/ 158040 w 157320"/>
                    <a:gd name="textAreaTop" fmla="*/ 0 h 157320"/>
                    <a:gd name="textAreaBottom" fmla="*/ 158040 h 1573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 name="Google Shape;42;p3"/>
                <p:cNvSpPr/>
                <p:nvPr/>
              </p:nvSpPr>
              <p:spPr>
                <a:xfrm>
                  <a:off x="475920" y="1088640"/>
                  <a:ext cx="267840" cy="268200"/>
                </a:xfrm>
                <a:custGeom>
                  <a:avLst/>
                  <a:gdLst>
                    <a:gd name="textAreaLeft" fmla="*/ 0 w 267840"/>
                    <a:gd name="textAreaRight" fmla="*/ 268560 w 267840"/>
                    <a:gd name="textAreaTop" fmla="*/ 0 h 268200"/>
                    <a:gd name="textAreaBottom" fmla="*/ 268920 h 26820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6" name="Google Shape;43;p3"/>
              <p:cNvGrpSpPr/>
              <p:nvPr/>
            </p:nvGrpSpPr>
            <p:grpSpPr>
              <a:xfrm>
                <a:off x="-163800" y="693720"/>
                <a:ext cx="398880" cy="412200"/>
                <a:chOff x="-163800" y="693720"/>
                <a:chExt cx="398880" cy="412200"/>
              </a:xfrm>
            </p:grpSpPr>
            <p:sp>
              <p:nvSpPr>
                <p:cNvPr id="27" name="Google Shape;44;p3"/>
                <p:cNvSpPr/>
                <p:nvPr/>
              </p:nvSpPr>
              <p:spPr>
                <a:xfrm>
                  <a:off x="-163800" y="693720"/>
                  <a:ext cx="398880" cy="260640"/>
                </a:xfrm>
                <a:custGeom>
                  <a:avLst/>
                  <a:gdLst>
                    <a:gd name="textAreaLeft" fmla="*/ 0 w 398880"/>
                    <a:gd name="textAreaRight" fmla="*/ 399600 w 398880"/>
                    <a:gd name="textAreaTop" fmla="*/ 0 h 260640"/>
                    <a:gd name="textAreaBottom" fmla="*/ 261360 h 26064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 name="Google Shape;45;p3"/>
                <p:cNvSpPr/>
                <p:nvPr/>
              </p:nvSpPr>
              <p:spPr>
                <a:xfrm>
                  <a:off x="115560" y="1054440"/>
                  <a:ext cx="49320" cy="51480"/>
                </a:xfrm>
                <a:custGeom>
                  <a:avLst/>
                  <a:gdLst>
                    <a:gd name="textAreaLeft" fmla="*/ 0 w 49320"/>
                    <a:gd name="textAreaRight" fmla="*/ 50040 w 49320"/>
                    <a:gd name="textAreaTop" fmla="*/ 0 h 51480"/>
                    <a:gd name="textAreaBottom" fmla="*/ 52200 h 514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 name="Google Shape;46;p3"/>
                <p:cNvSpPr/>
                <p:nvPr/>
              </p:nvSpPr>
              <p:spPr>
                <a:xfrm>
                  <a:off x="51840" y="974520"/>
                  <a:ext cx="151920" cy="54360"/>
                </a:xfrm>
                <a:custGeom>
                  <a:avLst/>
                  <a:gdLst>
                    <a:gd name="textAreaLeft" fmla="*/ 0 w 151920"/>
                    <a:gd name="textAreaRight" fmla="*/ 152640 w 151920"/>
                    <a:gd name="textAreaTop" fmla="*/ 0 h 54360"/>
                    <a:gd name="textAreaBottom" fmla="*/ 55080 h 5436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0" name="Google Shape;47;p3"/>
            <p:cNvGrpSpPr/>
            <p:nvPr/>
          </p:nvGrpSpPr>
          <p:grpSpPr>
            <a:xfrm>
              <a:off x="7427160" y="3805920"/>
              <a:ext cx="2006640" cy="1962720"/>
              <a:chOff x="7427160" y="3805920"/>
              <a:chExt cx="2006640" cy="1962720"/>
            </a:xfrm>
          </p:grpSpPr>
          <p:pic>
            <p:nvPicPr>
              <p:cNvPr id="31" name="Google Shape;48;p3" descr=""/>
              <p:cNvPicPr/>
              <p:nvPr/>
            </p:nvPicPr>
            <p:blipFill>
              <a:blip r:embed="rId7">
                <a:alphaModFix amt="50000"/>
              </a:blip>
              <a:stretch/>
            </p:blipFill>
            <p:spPr>
              <a:xfrm>
                <a:off x="7427160" y="3805920"/>
                <a:ext cx="2006640" cy="1962720"/>
              </a:xfrm>
              <a:prstGeom prst="rect">
                <a:avLst/>
              </a:prstGeom>
              <a:noFill/>
              <a:ln w="0">
                <a:noFill/>
              </a:ln>
            </p:spPr>
          </p:pic>
          <p:grpSp>
            <p:nvGrpSpPr>
              <p:cNvPr id="32" name="Google Shape;49;p3"/>
              <p:cNvGrpSpPr/>
              <p:nvPr/>
            </p:nvGrpSpPr>
            <p:grpSpPr>
              <a:xfrm>
                <a:off x="7684560" y="4187160"/>
                <a:ext cx="343800" cy="316800"/>
                <a:chOff x="7684560" y="4187160"/>
                <a:chExt cx="343800" cy="316800"/>
              </a:xfrm>
            </p:grpSpPr>
            <p:sp>
              <p:nvSpPr>
                <p:cNvPr id="33" name="Google Shape;50;p3"/>
                <p:cNvSpPr/>
                <p:nvPr/>
              </p:nvSpPr>
              <p:spPr>
                <a:xfrm>
                  <a:off x="7799400" y="424080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 name="Google Shape;51;p3"/>
                <p:cNvSpPr/>
                <p:nvPr/>
              </p:nvSpPr>
              <p:spPr>
                <a:xfrm>
                  <a:off x="7684560" y="442584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 name="Google Shape;52;p3"/>
                <p:cNvSpPr/>
                <p:nvPr/>
              </p:nvSpPr>
              <p:spPr>
                <a:xfrm>
                  <a:off x="7717680" y="418716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 name="Google Shape;53;p3"/>
                <p:cNvSpPr/>
                <p:nvPr/>
              </p:nvSpPr>
              <p:spPr>
                <a:xfrm>
                  <a:off x="7742520" y="439308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7" name="Google Shape;54;p3"/>
              <p:cNvGrpSpPr/>
              <p:nvPr/>
            </p:nvGrpSpPr>
            <p:grpSpPr>
              <a:xfrm>
                <a:off x="8322120" y="4188240"/>
                <a:ext cx="313920" cy="314280"/>
                <a:chOff x="8322120" y="4188240"/>
                <a:chExt cx="313920" cy="314280"/>
              </a:xfrm>
            </p:grpSpPr>
            <p:sp>
              <p:nvSpPr>
                <p:cNvPr id="38" name="Google Shape;55;p3"/>
                <p:cNvSpPr/>
                <p:nvPr/>
              </p:nvSpPr>
              <p:spPr>
                <a:xfrm>
                  <a:off x="8361720" y="421848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 name="Google Shape;56;p3"/>
                <p:cNvSpPr/>
                <p:nvPr/>
              </p:nvSpPr>
              <p:spPr>
                <a:xfrm>
                  <a:off x="8322120" y="418824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0" name="Google Shape;57;p3"/>
              <p:cNvGrpSpPr/>
              <p:nvPr/>
            </p:nvGrpSpPr>
            <p:grpSpPr>
              <a:xfrm>
                <a:off x="7958160" y="4710240"/>
                <a:ext cx="405000" cy="404640"/>
                <a:chOff x="7958160" y="4710240"/>
                <a:chExt cx="405000" cy="404640"/>
              </a:xfrm>
            </p:grpSpPr>
            <p:sp>
              <p:nvSpPr>
                <p:cNvPr id="41" name="Google Shape;58;p3"/>
                <p:cNvSpPr/>
                <p:nvPr/>
              </p:nvSpPr>
              <p:spPr>
                <a:xfrm>
                  <a:off x="8060400" y="471024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 name="Google Shape;59;p3"/>
                <p:cNvSpPr/>
                <p:nvPr/>
              </p:nvSpPr>
              <p:spPr>
                <a:xfrm>
                  <a:off x="8150760" y="480276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 name="Google Shape;60;p3"/>
                <p:cNvSpPr/>
                <p:nvPr/>
              </p:nvSpPr>
              <p:spPr>
                <a:xfrm>
                  <a:off x="8119080" y="493776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 name="Google Shape;61;p3"/>
                <p:cNvSpPr/>
                <p:nvPr/>
              </p:nvSpPr>
              <p:spPr>
                <a:xfrm>
                  <a:off x="7958160" y="489744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Google Shape;62;p3"/>
                <p:cNvSpPr/>
                <p:nvPr/>
              </p:nvSpPr>
              <p:spPr>
                <a:xfrm>
                  <a:off x="8199720" y="489348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sp>
        <p:nvSpPr>
          <p:cNvPr id="46" name="PlaceHolder 1"/>
          <p:cNvSpPr>
            <a:spLocks noGrp="1"/>
          </p:cNvSpPr>
          <p:nvPr>
            <p:ph type="title"/>
          </p:nvPr>
        </p:nvSpPr>
        <p:spPr>
          <a:xfrm>
            <a:off x="1864800" y="2179440"/>
            <a:ext cx="5413320" cy="1625760"/>
          </a:xfrm>
          <a:prstGeom prst="rect">
            <a:avLst/>
          </a:prstGeom>
          <a:noFill/>
          <a:ln w="0">
            <a:noFill/>
          </a:ln>
        </p:spPr>
        <p:txBody>
          <a:bodyPr lIns="91440" rIns="91440" tIns="91440" bIns="91440" anchor="t">
            <a:noAutofit/>
          </a:bodyPr>
          <a:p>
            <a:pPr indent="0">
              <a:lnSpc>
                <a:spcPct val="100000"/>
              </a:lnSpc>
              <a:buNone/>
              <a:tabLst>
                <a:tab algn="l" pos="0"/>
              </a:tabLst>
            </a:pPr>
            <a:r>
              <a:rPr b="0" lang="fr-FR" sz="4800" strike="noStrike" u="none">
                <a:solidFill>
                  <a:schemeClr val="dk1"/>
                </a:solidFill>
                <a:effectLst/>
                <a:uFillTx/>
                <a:latin typeface="Arial"/>
              </a:rPr>
              <a:t>Click to edit the title text format</a:t>
            </a:r>
            <a:endParaRPr b="0" lang="en-US" sz="4800" strike="noStrike" u="none">
              <a:solidFill>
                <a:srgbClr val="ffffff"/>
              </a:solidFill>
              <a:effectLst/>
              <a:uFillTx/>
              <a:latin typeface="Arial"/>
            </a:endParaRPr>
          </a:p>
        </p:txBody>
      </p:sp>
      <p:sp>
        <p:nvSpPr>
          <p:cNvPr id="47" name="PlaceHolder 2"/>
          <p:cNvSpPr>
            <a:spLocks noGrp="1"/>
          </p:cNvSpPr>
          <p:nvPr>
            <p:ph type="title"/>
          </p:nvPr>
        </p:nvSpPr>
        <p:spPr>
          <a:xfrm>
            <a:off x="1864800" y="1337400"/>
            <a:ext cx="1473840" cy="840960"/>
          </a:xfrm>
          <a:prstGeom prst="rect">
            <a:avLst/>
          </a:prstGeom>
          <a:noFill/>
          <a:ln w="0">
            <a:noFill/>
          </a:ln>
        </p:spPr>
        <p:txBody>
          <a:bodyPr lIns="91440" rIns="91440" tIns="91440" bIns="91440" anchor="b">
            <a:noAutofit/>
          </a:bodyPr>
          <a:p>
            <a:pPr indent="0">
              <a:lnSpc>
                <a:spcPct val="100000"/>
              </a:lnSpc>
              <a:buNone/>
              <a:tabLst>
                <a:tab algn="l" pos="0"/>
              </a:tabLst>
            </a:pPr>
            <a:r>
              <a:rPr b="0" lang="fr-FR" sz="6000" strike="noStrike" u="none">
                <a:solidFill>
                  <a:schemeClr val="lt1"/>
                </a:solidFill>
                <a:effectLst/>
                <a:uFillTx/>
                <a:latin typeface="Montserrat"/>
                <a:ea typeface="Montserrat"/>
              </a:rPr>
              <a:t>xx%</a:t>
            </a:r>
            <a:endParaRPr b="0" lang="en-US" sz="6000" strike="noStrike" u="none">
              <a:solidFill>
                <a:srgbClr val="ffffff"/>
              </a:solidFill>
              <a:effectLst/>
              <a:uFillTx/>
              <a:latin typeface="Arial"/>
            </a:endParaRPr>
          </a:p>
        </p:txBody>
      </p:sp>
      <p:sp>
        <p:nvSpPr>
          <p:cNvPr id="48" name="PlaceHolder 3"/>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USTOM_3_1">
    <p:bg>
      <p:bgPr>
        <a:solidFill>
          <a:schemeClr val="lt2"/>
        </a:solidFill>
      </p:bgPr>
    </p:bg>
    <p:spTree>
      <p:nvGrpSpPr>
        <p:cNvPr id="1" name=""/>
        <p:cNvGrpSpPr/>
        <p:nvPr/>
      </p:nvGrpSpPr>
      <p:grpSpPr>
        <a:xfrm>
          <a:off x="0" y="0"/>
          <a:ext cx="0" cy="0"/>
          <a:chOff x="0" y="0"/>
          <a:chExt cx="0" cy="0"/>
        </a:xfrm>
      </p:grpSpPr>
      <p:pic>
        <p:nvPicPr>
          <p:cNvPr id="49" name="Google Shape;680;p23" descr=""/>
          <p:cNvPicPr/>
          <p:nvPr/>
        </p:nvPicPr>
        <p:blipFill>
          <a:blip r:embed="rId2"/>
          <a:srcRect l="0" t="1844" r="1844" b="0"/>
          <a:stretch/>
        </p:blipFill>
        <p:spPr>
          <a:xfrm flipH="1">
            <a:off x="720" y="0"/>
            <a:ext cx="9143280" cy="5142960"/>
          </a:xfrm>
          <a:prstGeom prst="rect">
            <a:avLst/>
          </a:prstGeom>
          <a:noFill/>
          <a:ln w="0">
            <a:noFill/>
          </a:ln>
        </p:spPr>
      </p:pic>
      <p:pic>
        <p:nvPicPr>
          <p:cNvPr id="50" name="Google Shape;681;p23" descr=""/>
          <p:cNvPicPr/>
          <p:nvPr/>
        </p:nvPicPr>
        <p:blipFill>
          <a:blip r:embed="rId3">
            <a:alphaModFix amt="60000"/>
          </a:blip>
          <a:srcRect l="0" t="0" r="0" b="1681"/>
          <a:stretch/>
        </p:blipFill>
        <p:spPr>
          <a:xfrm flipH="1">
            <a:off x="6489360" y="0"/>
            <a:ext cx="2740320" cy="5142960"/>
          </a:xfrm>
          <a:prstGeom prst="rect">
            <a:avLst/>
          </a:prstGeom>
          <a:noFill/>
          <a:ln w="0">
            <a:noFill/>
          </a:ln>
        </p:spPr>
      </p:pic>
      <p:sp>
        <p:nvSpPr>
          <p:cNvPr id="51" name="Google Shape;682;p23"/>
          <p:cNvSpPr/>
          <p:nvPr/>
        </p:nvSpPr>
        <p:spPr>
          <a:xfrm>
            <a:off x="2099160" y="3619080"/>
            <a:ext cx="3841560" cy="555480"/>
          </a:xfrm>
          <a:prstGeom prst="rect">
            <a:avLst/>
          </a:prstGeom>
          <a:noFill/>
          <a:ln w="0">
            <a:noFill/>
          </a:ln>
        </p:spPr>
        <p:style>
          <a:lnRef idx="0"/>
          <a:fillRef idx="0"/>
          <a:effectRef idx="0"/>
          <a:fontRef idx="minor"/>
        </p:style>
        <p:txBody>
          <a:bodyPr lIns="90000" rIns="90000"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Actor"/>
                <a:ea typeface="Actor"/>
              </a:rPr>
              <a:t>CREDITS:</a:t>
            </a:r>
            <a:r>
              <a:rPr b="0" lang="en" sz="1000" strike="noStrike" u="none">
                <a:solidFill>
                  <a:schemeClr val="dk1"/>
                </a:solidFill>
                <a:effectLst/>
                <a:uFillTx/>
                <a:latin typeface="Actor"/>
                <a:ea typeface="Actor"/>
              </a:rPr>
              <a:t> This presentation created by Aleksei Tveritinov, 2025</a:t>
            </a:r>
            <a:endParaRPr b="0" lang="en-US" sz="1000" strike="noStrike" u="none">
              <a:solidFill>
                <a:srgbClr val="ffffff"/>
              </a:solidFill>
              <a:effectLst/>
              <a:uFillTx/>
              <a:latin typeface="Arial"/>
            </a:endParaRPr>
          </a:p>
        </p:txBody>
      </p:sp>
      <p:grpSp>
        <p:nvGrpSpPr>
          <p:cNvPr id="52" name="Google Shape;683;p23"/>
          <p:cNvGrpSpPr/>
          <p:nvPr/>
        </p:nvGrpSpPr>
        <p:grpSpPr>
          <a:xfrm>
            <a:off x="-2067480" y="2016000"/>
            <a:ext cx="13659480" cy="5645160"/>
            <a:chOff x="-2067480" y="2016000"/>
            <a:chExt cx="13659480" cy="5645160"/>
          </a:xfrm>
        </p:grpSpPr>
        <p:pic>
          <p:nvPicPr>
            <p:cNvPr id="53" name="Google Shape;684;p23" descr=""/>
            <p:cNvPicPr/>
            <p:nvPr/>
          </p:nvPicPr>
          <p:blipFill>
            <a:blip r:embed="rId4">
              <a:alphaModFix amt="50000"/>
            </a:blip>
            <a:stretch/>
          </p:blipFill>
          <p:spPr>
            <a:xfrm flipH="1" rot="2277600">
              <a:off x="7359480" y="3474000"/>
              <a:ext cx="3541320" cy="3464280"/>
            </a:xfrm>
            <a:prstGeom prst="rect">
              <a:avLst/>
            </a:prstGeom>
            <a:noFill/>
            <a:ln w="0">
              <a:noFill/>
            </a:ln>
          </p:spPr>
        </p:pic>
        <p:pic>
          <p:nvPicPr>
            <p:cNvPr id="54" name="Google Shape;685;p23" descr=""/>
            <p:cNvPicPr/>
            <p:nvPr/>
          </p:nvPicPr>
          <p:blipFill>
            <a:blip r:embed="rId5">
              <a:alphaModFix amt="50000"/>
            </a:blip>
            <a:stretch/>
          </p:blipFill>
          <p:spPr>
            <a:xfrm flipH="1" rot="13969200">
              <a:off x="-1387800" y="2741400"/>
              <a:ext cx="3541320" cy="3464280"/>
            </a:xfrm>
            <a:prstGeom prst="rect">
              <a:avLst/>
            </a:prstGeom>
            <a:noFill/>
            <a:ln w="0">
              <a:noFill/>
            </a:ln>
          </p:spPr>
        </p:pic>
      </p:grpSp>
      <p:grpSp>
        <p:nvGrpSpPr>
          <p:cNvPr id="55" name="Google Shape;686;p23"/>
          <p:cNvGrpSpPr/>
          <p:nvPr/>
        </p:nvGrpSpPr>
        <p:grpSpPr>
          <a:xfrm>
            <a:off x="-440640" y="-459360"/>
            <a:ext cx="10004760" cy="2150640"/>
            <a:chOff x="-440640" y="-459360"/>
            <a:chExt cx="10004760" cy="2150640"/>
          </a:xfrm>
        </p:grpSpPr>
        <p:grpSp>
          <p:nvGrpSpPr>
            <p:cNvPr id="56" name="Google Shape;687;p23"/>
            <p:cNvGrpSpPr/>
            <p:nvPr/>
          </p:nvGrpSpPr>
          <p:grpSpPr>
            <a:xfrm>
              <a:off x="7601400" y="-459360"/>
              <a:ext cx="1962720" cy="2057040"/>
              <a:chOff x="7601400" y="-459360"/>
              <a:chExt cx="1962720" cy="2057040"/>
            </a:xfrm>
          </p:grpSpPr>
          <p:pic>
            <p:nvPicPr>
              <p:cNvPr id="57" name="Google Shape;688;p23" descr=""/>
              <p:cNvPicPr/>
              <p:nvPr/>
            </p:nvPicPr>
            <p:blipFill>
              <a:blip r:embed="rId6">
                <a:alphaModFix amt="50000"/>
              </a:blip>
              <a:stretch/>
            </p:blipFill>
            <p:spPr>
              <a:xfrm rot="16200000">
                <a:off x="7579440" y="-437400"/>
                <a:ext cx="2006640" cy="1962720"/>
              </a:xfrm>
              <a:prstGeom prst="rect">
                <a:avLst/>
              </a:prstGeom>
              <a:noFill/>
              <a:ln w="0">
                <a:noFill/>
              </a:ln>
            </p:spPr>
          </p:pic>
          <p:grpSp>
            <p:nvGrpSpPr>
              <p:cNvPr id="58" name="Google Shape;689;p23"/>
              <p:cNvGrpSpPr/>
              <p:nvPr/>
            </p:nvGrpSpPr>
            <p:grpSpPr>
              <a:xfrm>
                <a:off x="8550000" y="1280880"/>
                <a:ext cx="343800" cy="316800"/>
                <a:chOff x="8550000" y="1280880"/>
                <a:chExt cx="343800" cy="316800"/>
              </a:xfrm>
            </p:grpSpPr>
            <p:sp>
              <p:nvSpPr>
                <p:cNvPr id="59" name="Google Shape;690;p23"/>
                <p:cNvSpPr/>
                <p:nvPr/>
              </p:nvSpPr>
              <p:spPr>
                <a:xfrm>
                  <a:off x="8664840" y="13345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 name="Google Shape;691;p23"/>
                <p:cNvSpPr/>
                <p:nvPr/>
              </p:nvSpPr>
              <p:spPr>
                <a:xfrm>
                  <a:off x="8550000" y="151956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Google Shape;692;p23"/>
                <p:cNvSpPr/>
                <p:nvPr/>
              </p:nvSpPr>
              <p:spPr>
                <a:xfrm>
                  <a:off x="8583120" y="128088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693;p23"/>
                <p:cNvSpPr/>
                <p:nvPr/>
              </p:nvSpPr>
              <p:spPr>
                <a:xfrm>
                  <a:off x="8607960" y="148680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3" name="Google Shape;694;p23"/>
              <p:cNvGrpSpPr/>
              <p:nvPr/>
            </p:nvGrpSpPr>
            <p:grpSpPr>
              <a:xfrm>
                <a:off x="8565120" y="6480"/>
                <a:ext cx="313920" cy="314280"/>
                <a:chOff x="8565120" y="6480"/>
                <a:chExt cx="313920" cy="314280"/>
              </a:xfrm>
            </p:grpSpPr>
            <p:sp>
              <p:nvSpPr>
                <p:cNvPr id="64" name="Google Shape;695;p23"/>
                <p:cNvSpPr/>
                <p:nvPr/>
              </p:nvSpPr>
              <p:spPr>
                <a:xfrm>
                  <a:off x="8604360" y="363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696;p23"/>
                <p:cNvSpPr/>
                <p:nvPr/>
              </p:nvSpPr>
              <p:spPr>
                <a:xfrm>
                  <a:off x="8565120" y="64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6" name="Google Shape;697;p23"/>
              <p:cNvGrpSpPr/>
              <p:nvPr/>
            </p:nvGrpSpPr>
            <p:grpSpPr>
              <a:xfrm>
                <a:off x="8543880" y="622440"/>
                <a:ext cx="355680" cy="356760"/>
                <a:chOff x="8543880" y="622440"/>
                <a:chExt cx="355680" cy="356760"/>
              </a:xfrm>
            </p:grpSpPr>
            <p:sp>
              <p:nvSpPr>
                <p:cNvPr id="67" name="Google Shape;698;p23"/>
                <p:cNvSpPr/>
                <p:nvPr/>
              </p:nvSpPr>
              <p:spPr>
                <a:xfrm>
                  <a:off x="8621640" y="83268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Google Shape;699;p23"/>
                <p:cNvSpPr/>
                <p:nvPr/>
              </p:nvSpPr>
              <p:spPr>
                <a:xfrm>
                  <a:off x="8753760" y="8334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 name="Google Shape;700;p23"/>
                <p:cNvSpPr/>
                <p:nvPr/>
              </p:nvSpPr>
              <p:spPr>
                <a:xfrm>
                  <a:off x="8621640" y="7012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 name="Google Shape;701;p23"/>
                <p:cNvSpPr/>
                <p:nvPr/>
              </p:nvSpPr>
              <p:spPr>
                <a:xfrm>
                  <a:off x="8751960" y="7012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1" name="Google Shape;702;p23"/>
                <p:cNvSpPr/>
                <p:nvPr/>
              </p:nvSpPr>
              <p:spPr>
                <a:xfrm>
                  <a:off x="8703000" y="7844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 name="Google Shape;703;p23"/>
                <p:cNvSpPr/>
                <p:nvPr/>
              </p:nvSpPr>
              <p:spPr>
                <a:xfrm>
                  <a:off x="8616240" y="6966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 name="Google Shape;704;p23"/>
                <p:cNvSpPr/>
                <p:nvPr/>
              </p:nvSpPr>
              <p:spPr>
                <a:xfrm>
                  <a:off x="8543880" y="6224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4" name="Google Shape;705;p23"/>
              <p:cNvGrpSpPr/>
              <p:nvPr/>
            </p:nvGrpSpPr>
            <p:grpSpPr>
              <a:xfrm>
                <a:off x="7987680" y="940680"/>
                <a:ext cx="354240" cy="366120"/>
                <a:chOff x="7987680" y="940680"/>
                <a:chExt cx="354240" cy="366120"/>
              </a:xfrm>
            </p:grpSpPr>
            <p:sp>
              <p:nvSpPr>
                <p:cNvPr id="75" name="Google Shape;706;p23"/>
                <p:cNvSpPr/>
                <p:nvPr/>
              </p:nvSpPr>
              <p:spPr>
                <a:xfrm>
                  <a:off x="7987680" y="9406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Google Shape;707;p23"/>
                <p:cNvSpPr/>
                <p:nvPr/>
              </p:nvSpPr>
              <p:spPr>
                <a:xfrm>
                  <a:off x="8235720" y="12610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 name="Google Shape;708;p23"/>
                <p:cNvSpPr/>
                <p:nvPr/>
              </p:nvSpPr>
              <p:spPr>
                <a:xfrm>
                  <a:off x="8179200" y="119016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8" name="Google Shape;709;p23"/>
              <p:cNvGrpSpPr/>
              <p:nvPr/>
            </p:nvGrpSpPr>
            <p:grpSpPr>
              <a:xfrm>
                <a:off x="8001720" y="323280"/>
                <a:ext cx="326160" cy="318240"/>
                <a:chOff x="8001720" y="323280"/>
                <a:chExt cx="326160" cy="318240"/>
              </a:xfrm>
            </p:grpSpPr>
            <p:sp>
              <p:nvSpPr>
                <p:cNvPr id="79" name="Google Shape;710;p23"/>
                <p:cNvSpPr/>
                <p:nvPr/>
              </p:nvSpPr>
              <p:spPr>
                <a:xfrm>
                  <a:off x="8127720" y="62028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 name="Google Shape;711;p23"/>
                <p:cNvSpPr/>
                <p:nvPr/>
              </p:nvSpPr>
              <p:spPr>
                <a:xfrm>
                  <a:off x="8001720" y="44172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 name="Google Shape;712;p23"/>
                <p:cNvSpPr/>
                <p:nvPr/>
              </p:nvSpPr>
              <p:spPr>
                <a:xfrm>
                  <a:off x="8139600" y="57600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 name="Google Shape;713;p23"/>
                <p:cNvSpPr/>
                <p:nvPr/>
              </p:nvSpPr>
              <p:spPr>
                <a:xfrm>
                  <a:off x="8026560" y="32328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714;p23"/>
                <p:cNvSpPr/>
                <p:nvPr/>
              </p:nvSpPr>
              <p:spPr>
                <a:xfrm>
                  <a:off x="8155080" y="53352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 name="Google Shape;715;p23"/>
                <p:cNvSpPr/>
                <p:nvPr/>
              </p:nvSpPr>
              <p:spPr>
                <a:xfrm>
                  <a:off x="8170560" y="49068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716;p23"/>
                <p:cNvSpPr/>
                <p:nvPr/>
              </p:nvSpPr>
              <p:spPr>
                <a:xfrm>
                  <a:off x="8200080" y="39888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Google Shape;717;p23"/>
                <p:cNvSpPr/>
                <p:nvPr/>
              </p:nvSpPr>
              <p:spPr>
                <a:xfrm>
                  <a:off x="8237520" y="37800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 name="Google Shape;718;p23"/>
                <p:cNvSpPr/>
                <p:nvPr/>
              </p:nvSpPr>
              <p:spPr>
                <a:xfrm>
                  <a:off x="8274600" y="34920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88" name="Google Shape;719;p23"/>
            <p:cNvGrpSpPr/>
            <p:nvPr/>
          </p:nvGrpSpPr>
          <p:grpSpPr>
            <a:xfrm>
              <a:off x="-440640" y="-271440"/>
              <a:ext cx="2006640" cy="1962720"/>
              <a:chOff x="-440640" y="-271440"/>
              <a:chExt cx="2006640" cy="1962720"/>
            </a:xfrm>
          </p:grpSpPr>
          <p:pic>
            <p:nvPicPr>
              <p:cNvPr id="89" name="Google Shape;720;p23" descr=""/>
              <p:cNvPicPr/>
              <p:nvPr/>
            </p:nvPicPr>
            <p:blipFill>
              <a:blip r:embed="rId7">
                <a:alphaModFix amt="50000"/>
              </a:blip>
              <a:stretch/>
            </p:blipFill>
            <p:spPr>
              <a:xfrm>
                <a:off x="-440640" y="-271440"/>
                <a:ext cx="2006640" cy="1962720"/>
              </a:xfrm>
              <a:prstGeom prst="rect">
                <a:avLst/>
              </a:prstGeom>
              <a:noFill/>
              <a:ln w="0">
                <a:noFill/>
              </a:ln>
            </p:spPr>
          </p:pic>
          <p:grpSp>
            <p:nvGrpSpPr>
              <p:cNvPr id="90" name="Google Shape;721;p23"/>
              <p:cNvGrpSpPr/>
              <p:nvPr/>
            </p:nvGrpSpPr>
            <p:grpSpPr>
              <a:xfrm>
                <a:off x="-183240" y="109440"/>
                <a:ext cx="344160" cy="316800"/>
                <a:chOff x="-183240" y="109440"/>
                <a:chExt cx="344160" cy="316800"/>
              </a:xfrm>
            </p:grpSpPr>
            <p:sp>
              <p:nvSpPr>
                <p:cNvPr id="91" name="Google Shape;722;p23"/>
                <p:cNvSpPr/>
                <p:nvPr/>
              </p:nvSpPr>
              <p:spPr>
                <a:xfrm>
                  <a:off x="-68400" y="16344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723;p23"/>
                <p:cNvSpPr/>
                <p:nvPr/>
              </p:nvSpPr>
              <p:spPr>
                <a:xfrm>
                  <a:off x="-183240" y="34812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724;p23"/>
                <p:cNvSpPr/>
                <p:nvPr/>
              </p:nvSpPr>
              <p:spPr>
                <a:xfrm>
                  <a:off x="-149760" y="10944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725;p23"/>
                <p:cNvSpPr/>
                <p:nvPr/>
              </p:nvSpPr>
              <p:spPr>
                <a:xfrm>
                  <a:off x="-125280" y="3153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5" name="Google Shape;726;p23"/>
              <p:cNvGrpSpPr/>
              <p:nvPr/>
            </p:nvGrpSpPr>
            <p:grpSpPr>
              <a:xfrm>
                <a:off x="454680" y="110880"/>
                <a:ext cx="313920" cy="314280"/>
                <a:chOff x="454680" y="110880"/>
                <a:chExt cx="313920" cy="314280"/>
              </a:xfrm>
            </p:grpSpPr>
            <p:sp>
              <p:nvSpPr>
                <p:cNvPr id="96" name="Google Shape;727;p23"/>
                <p:cNvSpPr/>
                <p:nvPr/>
              </p:nvSpPr>
              <p:spPr>
                <a:xfrm>
                  <a:off x="493920" y="1407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 name="Google Shape;728;p23"/>
                <p:cNvSpPr/>
                <p:nvPr/>
              </p:nvSpPr>
              <p:spPr>
                <a:xfrm>
                  <a:off x="454680" y="1108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8" name="Google Shape;729;p23"/>
              <p:cNvGrpSpPr/>
              <p:nvPr/>
            </p:nvGrpSpPr>
            <p:grpSpPr>
              <a:xfrm>
                <a:off x="90360" y="632880"/>
                <a:ext cx="405000" cy="404640"/>
                <a:chOff x="90360" y="632880"/>
                <a:chExt cx="405000" cy="404640"/>
              </a:xfrm>
            </p:grpSpPr>
            <p:sp>
              <p:nvSpPr>
                <p:cNvPr id="99" name="Google Shape;730;p23"/>
                <p:cNvSpPr/>
                <p:nvPr/>
              </p:nvSpPr>
              <p:spPr>
                <a:xfrm>
                  <a:off x="192960" y="63288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731;p23"/>
                <p:cNvSpPr/>
                <p:nvPr/>
              </p:nvSpPr>
              <p:spPr>
                <a:xfrm>
                  <a:off x="282960" y="72540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1" name="Google Shape;732;p23"/>
                <p:cNvSpPr/>
                <p:nvPr/>
              </p:nvSpPr>
              <p:spPr>
                <a:xfrm>
                  <a:off x="251280" y="86040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2" name="Google Shape;733;p23"/>
                <p:cNvSpPr/>
                <p:nvPr/>
              </p:nvSpPr>
              <p:spPr>
                <a:xfrm>
                  <a:off x="90360" y="82008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3" name="Google Shape;734;p23"/>
                <p:cNvSpPr/>
                <p:nvPr/>
              </p:nvSpPr>
              <p:spPr>
                <a:xfrm>
                  <a:off x="331920" y="81612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sp>
        <p:nvSpPr>
          <p:cNvPr id="104" name="PlaceHolder 1"/>
          <p:cNvSpPr>
            <a:spLocks noGrp="1"/>
          </p:cNvSpPr>
          <p:nvPr>
            <p:ph type="title"/>
          </p:nvPr>
        </p:nvSpPr>
        <p:spPr>
          <a:xfrm>
            <a:off x="2099160" y="539640"/>
            <a:ext cx="5358960" cy="1058040"/>
          </a:xfrm>
          <a:prstGeom prst="rect">
            <a:avLst/>
          </a:prstGeom>
          <a:noFill/>
          <a:ln w="0">
            <a:noFill/>
          </a:ln>
        </p:spPr>
        <p:txBody>
          <a:bodyPr lIns="91440" rIns="91440" tIns="91440" bIns="91440" anchor="b">
            <a:noAutofit/>
          </a:bodyPr>
          <a:p>
            <a:pPr indent="0">
              <a:lnSpc>
                <a:spcPct val="100000"/>
              </a:lnSpc>
              <a:buNone/>
              <a:tabLst>
                <a:tab algn="l" pos="0"/>
              </a:tabLst>
            </a:pPr>
            <a:r>
              <a:rPr b="0" lang="fr-FR" sz="5500" strike="noStrike" u="none">
                <a:solidFill>
                  <a:schemeClr val="dk1"/>
                </a:solidFill>
                <a:effectLst/>
                <a:uFillTx/>
                <a:latin typeface="Arial"/>
              </a:rPr>
              <a:t>Click to edit the title text format</a:t>
            </a:r>
            <a:endParaRPr b="0" lang="en-US" sz="5500" strike="noStrike" u="none">
              <a:solidFill>
                <a:srgbClr val="ffffff"/>
              </a:solidFill>
              <a:effectLst/>
              <a:uFillTx/>
              <a:latin typeface="Arial"/>
            </a:endParaRPr>
          </a:p>
        </p:txBody>
      </p:sp>
      <p:sp>
        <p:nvSpPr>
          <p:cNvPr id="10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2"/>
        </a:solidFill>
      </p:bgPr>
    </p:bg>
    <p:spTree>
      <p:nvGrpSpPr>
        <p:cNvPr id="1" name=""/>
        <p:cNvGrpSpPr/>
        <p:nvPr/>
      </p:nvGrpSpPr>
      <p:grpSpPr>
        <a:xfrm>
          <a:off x="0" y="0"/>
          <a:ext cx="0" cy="0"/>
          <a:chOff x="0" y="0"/>
          <a:chExt cx="0" cy="0"/>
        </a:xfrm>
      </p:grpSpPr>
      <p:pic>
        <p:nvPicPr>
          <p:cNvPr id="106" name="Google Shape;680;p23" descr=""/>
          <p:cNvPicPr/>
          <p:nvPr/>
        </p:nvPicPr>
        <p:blipFill>
          <a:blip r:embed="rId2"/>
          <a:srcRect l="0" t="1844" r="1844" b="0"/>
          <a:stretch/>
        </p:blipFill>
        <p:spPr>
          <a:xfrm flipH="1">
            <a:off x="720" y="0"/>
            <a:ext cx="9143280" cy="5142960"/>
          </a:xfrm>
          <a:prstGeom prst="rect">
            <a:avLst/>
          </a:prstGeom>
          <a:noFill/>
          <a:ln w="0">
            <a:noFill/>
          </a:ln>
        </p:spPr>
      </p:pic>
      <p:pic>
        <p:nvPicPr>
          <p:cNvPr id="107" name="Google Shape;681;p23" descr=""/>
          <p:cNvPicPr/>
          <p:nvPr/>
        </p:nvPicPr>
        <p:blipFill>
          <a:blip r:embed="rId3">
            <a:alphaModFix amt="60000"/>
          </a:blip>
          <a:srcRect l="0" t="0" r="0" b="1681"/>
          <a:stretch/>
        </p:blipFill>
        <p:spPr>
          <a:xfrm flipH="1">
            <a:off x="6489360" y="0"/>
            <a:ext cx="2740320" cy="5142960"/>
          </a:xfrm>
          <a:prstGeom prst="rect">
            <a:avLst/>
          </a:prstGeom>
          <a:noFill/>
          <a:ln w="0">
            <a:noFill/>
          </a:ln>
        </p:spPr>
      </p:pic>
      <p:sp>
        <p:nvSpPr>
          <p:cNvPr id="51" name="Google Shape;682;p23"/>
          <p:cNvSpPr/>
          <p:nvPr/>
        </p:nvSpPr>
        <p:spPr>
          <a:xfrm>
            <a:off x="2099160" y="3619080"/>
            <a:ext cx="3841560" cy="555480"/>
          </a:xfrm>
          <a:prstGeom prst="rect">
            <a:avLst/>
          </a:prstGeom>
          <a:noFill/>
          <a:ln w="0">
            <a:noFill/>
          </a:ln>
        </p:spPr>
        <p:style>
          <a:lnRef idx="0"/>
          <a:fillRef idx="0"/>
          <a:effectRef idx="0"/>
          <a:fontRef idx="minor"/>
        </p:style>
        <p:txBody>
          <a:bodyPr lIns="90000" rIns="90000"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Actor"/>
                <a:ea typeface="Actor"/>
              </a:rPr>
              <a:t>CREDITS:</a:t>
            </a:r>
            <a:r>
              <a:rPr b="0" lang="en" sz="1000" strike="noStrike" u="none">
                <a:solidFill>
                  <a:schemeClr val="dk1"/>
                </a:solidFill>
                <a:effectLst/>
                <a:uFillTx/>
                <a:latin typeface="Actor"/>
                <a:ea typeface="Actor"/>
              </a:rPr>
              <a:t> This presentation created by Aleksei Tveritinov, 2025</a:t>
            </a:r>
            <a:endParaRPr b="0" lang="en-US" sz="1000" strike="noStrike" u="none">
              <a:solidFill>
                <a:srgbClr val="ffffff"/>
              </a:solidFill>
              <a:effectLst/>
              <a:uFillTx/>
              <a:latin typeface="Arial"/>
            </a:endParaRPr>
          </a:p>
        </p:txBody>
      </p:sp>
      <p:grpSp>
        <p:nvGrpSpPr>
          <p:cNvPr id="108" name="Google Shape;683;p23"/>
          <p:cNvGrpSpPr/>
          <p:nvPr/>
        </p:nvGrpSpPr>
        <p:grpSpPr>
          <a:xfrm>
            <a:off x="-2067480" y="2016000"/>
            <a:ext cx="13659480" cy="5645160"/>
            <a:chOff x="-2067480" y="2016000"/>
            <a:chExt cx="13659480" cy="5645160"/>
          </a:xfrm>
        </p:grpSpPr>
        <p:pic>
          <p:nvPicPr>
            <p:cNvPr id="109" name="Google Shape;684;p23" descr=""/>
            <p:cNvPicPr/>
            <p:nvPr/>
          </p:nvPicPr>
          <p:blipFill>
            <a:blip r:embed="rId4">
              <a:alphaModFix amt="50000"/>
            </a:blip>
            <a:stretch/>
          </p:blipFill>
          <p:spPr>
            <a:xfrm flipH="1" rot="2277600">
              <a:off x="7359480" y="3474000"/>
              <a:ext cx="3541320" cy="3464280"/>
            </a:xfrm>
            <a:prstGeom prst="rect">
              <a:avLst/>
            </a:prstGeom>
            <a:noFill/>
            <a:ln w="0">
              <a:noFill/>
            </a:ln>
          </p:spPr>
        </p:pic>
        <p:pic>
          <p:nvPicPr>
            <p:cNvPr id="110" name="Google Shape;685;p23" descr=""/>
            <p:cNvPicPr/>
            <p:nvPr/>
          </p:nvPicPr>
          <p:blipFill>
            <a:blip r:embed="rId5">
              <a:alphaModFix amt="50000"/>
            </a:blip>
            <a:stretch/>
          </p:blipFill>
          <p:spPr>
            <a:xfrm flipH="1" rot="13969200">
              <a:off x="-1387800" y="2741400"/>
              <a:ext cx="3541320" cy="3464280"/>
            </a:xfrm>
            <a:prstGeom prst="rect">
              <a:avLst/>
            </a:prstGeom>
            <a:noFill/>
            <a:ln w="0">
              <a:noFill/>
            </a:ln>
          </p:spPr>
        </p:pic>
      </p:grpSp>
      <p:grpSp>
        <p:nvGrpSpPr>
          <p:cNvPr id="111" name="Google Shape;686;p23"/>
          <p:cNvGrpSpPr/>
          <p:nvPr/>
        </p:nvGrpSpPr>
        <p:grpSpPr>
          <a:xfrm>
            <a:off x="-440640" y="-459360"/>
            <a:ext cx="10004760" cy="2150640"/>
            <a:chOff x="-440640" y="-459360"/>
            <a:chExt cx="10004760" cy="2150640"/>
          </a:xfrm>
        </p:grpSpPr>
        <p:grpSp>
          <p:nvGrpSpPr>
            <p:cNvPr id="112" name="Google Shape;687;p23"/>
            <p:cNvGrpSpPr/>
            <p:nvPr/>
          </p:nvGrpSpPr>
          <p:grpSpPr>
            <a:xfrm>
              <a:off x="7601400" y="-459360"/>
              <a:ext cx="1962720" cy="2057040"/>
              <a:chOff x="7601400" y="-459360"/>
              <a:chExt cx="1962720" cy="2057040"/>
            </a:xfrm>
          </p:grpSpPr>
          <p:pic>
            <p:nvPicPr>
              <p:cNvPr id="113" name="Google Shape;688;p23" descr=""/>
              <p:cNvPicPr/>
              <p:nvPr/>
            </p:nvPicPr>
            <p:blipFill>
              <a:blip r:embed="rId6">
                <a:alphaModFix amt="50000"/>
              </a:blip>
              <a:stretch/>
            </p:blipFill>
            <p:spPr>
              <a:xfrm rot="16200000">
                <a:off x="7579440" y="-437400"/>
                <a:ext cx="2006640" cy="1962720"/>
              </a:xfrm>
              <a:prstGeom prst="rect">
                <a:avLst/>
              </a:prstGeom>
              <a:noFill/>
              <a:ln w="0">
                <a:noFill/>
              </a:ln>
            </p:spPr>
          </p:pic>
          <p:grpSp>
            <p:nvGrpSpPr>
              <p:cNvPr id="114" name="Google Shape;689;p23"/>
              <p:cNvGrpSpPr/>
              <p:nvPr/>
            </p:nvGrpSpPr>
            <p:grpSpPr>
              <a:xfrm>
                <a:off x="8550000" y="1280880"/>
                <a:ext cx="343800" cy="316800"/>
                <a:chOff x="8550000" y="1280880"/>
                <a:chExt cx="343800" cy="316800"/>
              </a:xfrm>
            </p:grpSpPr>
            <p:sp>
              <p:nvSpPr>
                <p:cNvPr id="59" name="Google Shape;690;p23"/>
                <p:cNvSpPr/>
                <p:nvPr/>
              </p:nvSpPr>
              <p:spPr>
                <a:xfrm>
                  <a:off x="8664840" y="13345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 name="Google Shape;691;p23"/>
                <p:cNvSpPr/>
                <p:nvPr/>
              </p:nvSpPr>
              <p:spPr>
                <a:xfrm>
                  <a:off x="8550000" y="151956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 name="Google Shape;692;p23"/>
                <p:cNvSpPr/>
                <p:nvPr/>
              </p:nvSpPr>
              <p:spPr>
                <a:xfrm>
                  <a:off x="8583120" y="128088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693;p23"/>
                <p:cNvSpPr/>
                <p:nvPr/>
              </p:nvSpPr>
              <p:spPr>
                <a:xfrm>
                  <a:off x="8607960" y="148680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5" name="Google Shape;694;p23"/>
              <p:cNvGrpSpPr/>
              <p:nvPr/>
            </p:nvGrpSpPr>
            <p:grpSpPr>
              <a:xfrm>
                <a:off x="8565120" y="6480"/>
                <a:ext cx="313920" cy="314280"/>
                <a:chOff x="8565120" y="6480"/>
                <a:chExt cx="313920" cy="314280"/>
              </a:xfrm>
            </p:grpSpPr>
            <p:sp>
              <p:nvSpPr>
                <p:cNvPr id="64" name="Google Shape;695;p23"/>
                <p:cNvSpPr/>
                <p:nvPr/>
              </p:nvSpPr>
              <p:spPr>
                <a:xfrm>
                  <a:off x="8604360" y="363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5" name="Google Shape;696;p23"/>
                <p:cNvSpPr/>
                <p:nvPr/>
              </p:nvSpPr>
              <p:spPr>
                <a:xfrm>
                  <a:off x="8565120" y="64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6" name="Google Shape;697;p23"/>
              <p:cNvGrpSpPr/>
              <p:nvPr/>
            </p:nvGrpSpPr>
            <p:grpSpPr>
              <a:xfrm>
                <a:off x="8543880" y="622440"/>
                <a:ext cx="355680" cy="356760"/>
                <a:chOff x="8543880" y="622440"/>
                <a:chExt cx="355680" cy="356760"/>
              </a:xfrm>
            </p:grpSpPr>
            <p:sp>
              <p:nvSpPr>
                <p:cNvPr id="67" name="Google Shape;698;p23"/>
                <p:cNvSpPr/>
                <p:nvPr/>
              </p:nvSpPr>
              <p:spPr>
                <a:xfrm>
                  <a:off x="8621640" y="83268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 name="Google Shape;699;p23"/>
                <p:cNvSpPr/>
                <p:nvPr/>
              </p:nvSpPr>
              <p:spPr>
                <a:xfrm>
                  <a:off x="8753760" y="8334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 name="Google Shape;700;p23"/>
                <p:cNvSpPr/>
                <p:nvPr/>
              </p:nvSpPr>
              <p:spPr>
                <a:xfrm>
                  <a:off x="8621640" y="7012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0" name="Google Shape;701;p23"/>
                <p:cNvSpPr/>
                <p:nvPr/>
              </p:nvSpPr>
              <p:spPr>
                <a:xfrm>
                  <a:off x="8751960" y="7012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1" name="Google Shape;702;p23"/>
                <p:cNvSpPr/>
                <p:nvPr/>
              </p:nvSpPr>
              <p:spPr>
                <a:xfrm>
                  <a:off x="8703000" y="7844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2" name="Google Shape;703;p23"/>
                <p:cNvSpPr/>
                <p:nvPr/>
              </p:nvSpPr>
              <p:spPr>
                <a:xfrm>
                  <a:off x="8616240" y="6966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3" name="Google Shape;704;p23"/>
                <p:cNvSpPr/>
                <p:nvPr/>
              </p:nvSpPr>
              <p:spPr>
                <a:xfrm>
                  <a:off x="8543880" y="6224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7" name="Google Shape;705;p23"/>
              <p:cNvGrpSpPr/>
              <p:nvPr/>
            </p:nvGrpSpPr>
            <p:grpSpPr>
              <a:xfrm>
                <a:off x="7987680" y="940680"/>
                <a:ext cx="354240" cy="366120"/>
                <a:chOff x="7987680" y="940680"/>
                <a:chExt cx="354240" cy="366120"/>
              </a:xfrm>
            </p:grpSpPr>
            <p:sp>
              <p:nvSpPr>
                <p:cNvPr id="75" name="Google Shape;706;p23"/>
                <p:cNvSpPr/>
                <p:nvPr/>
              </p:nvSpPr>
              <p:spPr>
                <a:xfrm>
                  <a:off x="7987680" y="9406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Google Shape;707;p23"/>
                <p:cNvSpPr/>
                <p:nvPr/>
              </p:nvSpPr>
              <p:spPr>
                <a:xfrm>
                  <a:off x="8235720" y="12610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 name="Google Shape;708;p23"/>
                <p:cNvSpPr/>
                <p:nvPr/>
              </p:nvSpPr>
              <p:spPr>
                <a:xfrm>
                  <a:off x="8179200" y="119016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8" name="Google Shape;709;p23"/>
              <p:cNvGrpSpPr/>
              <p:nvPr/>
            </p:nvGrpSpPr>
            <p:grpSpPr>
              <a:xfrm>
                <a:off x="8001720" y="323280"/>
                <a:ext cx="326160" cy="318240"/>
                <a:chOff x="8001720" y="323280"/>
                <a:chExt cx="326160" cy="318240"/>
              </a:xfrm>
            </p:grpSpPr>
            <p:sp>
              <p:nvSpPr>
                <p:cNvPr id="79" name="Google Shape;710;p23"/>
                <p:cNvSpPr/>
                <p:nvPr/>
              </p:nvSpPr>
              <p:spPr>
                <a:xfrm>
                  <a:off x="8127720" y="62028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 name="Google Shape;711;p23"/>
                <p:cNvSpPr/>
                <p:nvPr/>
              </p:nvSpPr>
              <p:spPr>
                <a:xfrm>
                  <a:off x="8001720" y="44172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 name="Google Shape;712;p23"/>
                <p:cNvSpPr/>
                <p:nvPr/>
              </p:nvSpPr>
              <p:spPr>
                <a:xfrm>
                  <a:off x="8139600" y="57600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 name="Google Shape;713;p23"/>
                <p:cNvSpPr/>
                <p:nvPr/>
              </p:nvSpPr>
              <p:spPr>
                <a:xfrm>
                  <a:off x="8026560" y="32328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714;p23"/>
                <p:cNvSpPr/>
                <p:nvPr/>
              </p:nvSpPr>
              <p:spPr>
                <a:xfrm>
                  <a:off x="8155080" y="53352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4" name="Google Shape;715;p23"/>
                <p:cNvSpPr/>
                <p:nvPr/>
              </p:nvSpPr>
              <p:spPr>
                <a:xfrm>
                  <a:off x="8170560" y="49068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716;p23"/>
                <p:cNvSpPr/>
                <p:nvPr/>
              </p:nvSpPr>
              <p:spPr>
                <a:xfrm>
                  <a:off x="8200080" y="39888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Google Shape;717;p23"/>
                <p:cNvSpPr/>
                <p:nvPr/>
              </p:nvSpPr>
              <p:spPr>
                <a:xfrm>
                  <a:off x="8237520" y="37800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 name="Google Shape;718;p23"/>
                <p:cNvSpPr/>
                <p:nvPr/>
              </p:nvSpPr>
              <p:spPr>
                <a:xfrm>
                  <a:off x="8274600" y="34920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19" name="Google Shape;719;p23"/>
            <p:cNvGrpSpPr/>
            <p:nvPr/>
          </p:nvGrpSpPr>
          <p:grpSpPr>
            <a:xfrm>
              <a:off x="-440640" y="-271440"/>
              <a:ext cx="2006640" cy="1962720"/>
              <a:chOff x="-440640" y="-271440"/>
              <a:chExt cx="2006640" cy="1962720"/>
            </a:xfrm>
          </p:grpSpPr>
          <p:pic>
            <p:nvPicPr>
              <p:cNvPr id="120" name="Google Shape;720;p23" descr=""/>
              <p:cNvPicPr/>
              <p:nvPr/>
            </p:nvPicPr>
            <p:blipFill>
              <a:blip r:embed="rId7">
                <a:alphaModFix amt="50000"/>
              </a:blip>
              <a:stretch/>
            </p:blipFill>
            <p:spPr>
              <a:xfrm>
                <a:off x="-440640" y="-271440"/>
                <a:ext cx="2006640" cy="1962720"/>
              </a:xfrm>
              <a:prstGeom prst="rect">
                <a:avLst/>
              </a:prstGeom>
              <a:noFill/>
              <a:ln w="0">
                <a:noFill/>
              </a:ln>
            </p:spPr>
          </p:pic>
          <p:grpSp>
            <p:nvGrpSpPr>
              <p:cNvPr id="121" name="Google Shape;721;p23"/>
              <p:cNvGrpSpPr/>
              <p:nvPr/>
            </p:nvGrpSpPr>
            <p:grpSpPr>
              <a:xfrm>
                <a:off x="-183240" y="109440"/>
                <a:ext cx="344160" cy="316800"/>
                <a:chOff x="-183240" y="109440"/>
                <a:chExt cx="344160" cy="316800"/>
              </a:xfrm>
            </p:grpSpPr>
            <p:sp>
              <p:nvSpPr>
                <p:cNvPr id="91" name="Google Shape;722;p23"/>
                <p:cNvSpPr/>
                <p:nvPr/>
              </p:nvSpPr>
              <p:spPr>
                <a:xfrm>
                  <a:off x="-68400" y="16344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723;p23"/>
                <p:cNvSpPr/>
                <p:nvPr/>
              </p:nvSpPr>
              <p:spPr>
                <a:xfrm>
                  <a:off x="-183240" y="34812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724;p23"/>
                <p:cNvSpPr/>
                <p:nvPr/>
              </p:nvSpPr>
              <p:spPr>
                <a:xfrm>
                  <a:off x="-149760" y="10944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725;p23"/>
                <p:cNvSpPr/>
                <p:nvPr/>
              </p:nvSpPr>
              <p:spPr>
                <a:xfrm>
                  <a:off x="-125280" y="3153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2" name="Google Shape;726;p23"/>
              <p:cNvGrpSpPr/>
              <p:nvPr/>
            </p:nvGrpSpPr>
            <p:grpSpPr>
              <a:xfrm>
                <a:off x="454680" y="110880"/>
                <a:ext cx="313920" cy="314280"/>
                <a:chOff x="454680" y="110880"/>
                <a:chExt cx="313920" cy="314280"/>
              </a:xfrm>
            </p:grpSpPr>
            <p:sp>
              <p:nvSpPr>
                <p:cNvPr id="96" name="Google Shape;727;p23"/>
                <p:cNvSpPr/>
                <p:nvPr/>
              </p:nvSpPr>
              <p:spPr>
                <a:xfrm>
                  <a:off x="493920" y="1407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 name="Google Shape;728;p23"/>
                <p:cNvSpPr/>
                <p:nvPr/>
              </p:nvSpPr>
              <p:spPr>
                <a:xfrm>
                  <a:off x="454680" y="1108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3" name="Google Shape;729;p23"/>
              <p:cNvGrpSpPr/>
              <p:nvPr/>
            </p:nvGrpSpPr>
            <p:grpSpPr>
              <a:xfrm>
                <a:off x="90360" y="632880"/>
                <a:ext cx="405000" cy="404640"/>
                <a:chOff x="90360" y="632880"/>
                <a:chExt cx="405000" cy="404640"/>
              </a:xfrm>
            </p:grpSpPr>
            <p:sp>
              <p:nvSpPr>
                <p:cNvPr id="99" name="Google Shape;730;p23"/>
                <p:cNvSpPr/>
                <p:nvPr/>
              </p:nvSpPr>
              <p:spPr>
                <a:xfrm>
                  <a:off x="192960" y="63288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731;p23"/>
                <p:cNvSpPr/>
                <p:nvPr/>
              </p:nvSpPr>
              <p:spPr>
                <a:xfrm>
                  <a:off x="282960" y="72540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1" name="Google Shape;732;p23"/>
                <p:cNvSpPr/>
                <p:nvPr/>
              </p:nvSpPr>
              <p:spPr>
                <a:xfrm>
                  <a:off x="251280" y="86040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2" name="Google Shape;733;p23"/>
                <p:cNvSpPr/>
                <p:nvPr/>
              </p:nvSpPr>
              <p:spPr>
                <a:xfrm>
                  <a:off x="90360" y="82008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3" name="Google Shape;734;p23"/>
                <p:cNvSpPr/>
                <p:nvPr/>
              </p:nvSpPr>
              <p:spPr>
                <a:xfrm>
                  <a:off x="331920" y="81612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sp>
        <p:nvSpPr>
          <p:cNvPr id="124" name="PlaceHolder 1"/>
          <p:cNvSpPr>
            <a:spLocks noGrp="1"/>
          </p:cNvSpPr>
          <p:nvPr>
            <p:ph type="title"/>
          </p:nvPr>
        </p:nvSpPr>
        <p:spPr>
          <a:xfrm>
            <a:off x="2099160" y="539640"/>
            <a:ext cx="5358960" cy="1058040"/>
          </a:xfrm>
          <a:prstGeom prst="rect">
            <a:avLst/>
          </a:prstGeom>
          <a:noFill/>
          <a:ln w="0">
            <a:noFill/>
          </a:ln>
        </p:spPr>
        <p:txBody>
          <a:bodyPr lIns="91440" rIns="91440" tIns="91440" bIns="91440" anchor="b">
            <a:noAutofit/>
          </a:bodyPr>
          <a:p>
            <a:pPr indent="0">
              <a:lnSpc>
                <a:spcPct val="100000"/>
              </a:lnSpc>
              <a:buNone/>
              <a:tabLst>
                <a:tab algn="l" pos="0"/>
              </a:tabLst>
            </a:pPr>
            <a:r>
              <a:rPr b="0" lang="fr-FR" sz="5500" strike="noStrike" u="none">
                <a:solidFill>
                  <a:schemeClr val="dk1"/>
                </a:solidFill>
                <a:effectLst/>
                <a:uFillTx/>
                <a:latin typeface="Arial"/>
              </a:rPr>
              <a:t>Click to edit the title text format</a:t>
            </a:r>
            <a:endParaRPr b="0" lang="en-US" sz="5500" strike="noStrike" u="none">
              <a:solidFill>
                <a:srgbClr val="ffffff"/>
              </a:solidFill>
              <a:effectLst/>
              <a:uFillTx/>
              <a:latin typeface="Arial"/>
            </a:endParaRPr>
          </a:p>
        </p:txBody>
      </p:sp>
      <p:sp>
        <p:nvSpPr>
          <p:cNvPr id="12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2"/>
        </a:solidFill>
      </p:bgPr>
    </p:bg>
    <p:spTree>
      <p:nvGrpSpPr>
        <p:cNvPr id="1" name=""/>
        <p:cNvGrpSpPr/>
        <p:nvPr/>
      </p:nvGrpSpPr>
      <p:grpSpPr>
        <a:xfrm>
          <a:off x="0" y="0"/>
          <a:ext cx="0" cy="0"/>
          <a:chOff x="0" y="0"/>
          <a:chExt cx="0" cy="0"/>
        </a:xfrm>
      </p:grpSpPr>
      <p:pic>
        <p:nvPicPr>
          <p:cNvPr id="126" name="Google Shape;738;p24" descr=""/>
          <p:cNvPicPr/>
          <p:nvPr/>
        </p:nvPicPr>
        <p:blipFill>
          <a:blip r:embed="rId2"/>
          <a:srcRect l="0" t="1844" r="1844" b="0"/>
          <a:stretch/>
        </p:blipFill>
        <p:spPr>
          <a:xfrm>
            <a:off x="0" y="0"/>
            <a:ext cx="9143280" cy="5142960"/>
          </a:xfrm>
          <a:prstGeom prst="rect">
            <a:avLst/>
          </a:prstGeom>
          <a:noFill/>
          <a:ln w="0">
            <a:noFill/>
          </a:ln>
        </p:spPr>
      </p:pic>
      <p:pic>
        <p:nvPicPr>
          <p:cNvPr id="127" name="Google Shape;739;p24" descr=""/>
          <p:cNvPicPr/>
          <p:nvPr/>
        </p:nvPicPr>
        <p:blipFill>
          <a:blip r:embed="rId3">
            <a:alphaModFix amt="60000"/>
          </a:blip>
          <a:srcRect l="0" t="0" r="0" b="1681"/>
          <a:stretch/>
        </p:blipFill>
        <p:spPr>
          <a:xfrm>
            <a:off x="0" y="0"/>
            <a:ext cx="2740320" cy="5142960"/>
          </a:xfrm>
          <a:prstGeom prst="rect">
            <a:avLst/>
          </a:prstGeom>
          <a:noFill/>
          <a:ln w="0">
            <a:noFill/>
          </a:ln>
        </p:spPr>
      </p:pic>
      <p:grpSp>
        <p:nvGrpSpPr>
          <p:cNvPr id="128" name="Google Shape;740;p24"/>
          <p:cNvGrpSpPr/>
          <p:nvPr/>
        </p:nvGrpSpPr>
        <p:grpSpPr>
          <a:xfrm>
            <a:off x="-1316880" y="-1764360"/>
            <a:ext cx="12138480" cy="8643240"/>
            <a:chOff x="-1316880" y="-1764360"/>
            <a:chExt cx="12138480" cy="8643240"/>
          </a:xfrm>
        </p:grpSpPr>
        <p:pic>
          <p:nvPicPr>
            <p:cNvPr id="129" name="Google Shape;741;p24" descr=""/>
            <p:cNvPicPr/>
            <p:nvPr/>
          </p:nvPicPr>
          <p:blipFill>
            <a:blip r:embed="rId4">
              <a:alphaModFix amt="50000"/>
            </a:blip>
            <a:stretch/>
          </p:blipFill>
          <p:spPr>
            <a:xfrm rot="1120800">
              <a:off x="6818400" y="-1288440"/>
              <a:ext cx="3541320" cy="3464280"/>
            </a:xfrm>
            <a:prstGeom prst="rect">
              <a:avLst/>
            </a:prstGeom>
            <a:noFill/>
            <a:ln w="0">
              <a:noFill/>
            </a:ln>
          </p:spPr>
        </p:pic>
        <p:pic>
          <p:nvPicPr>
            <p:cNvPr id="130" name="Google Shape;742;p24" descr=""/>
            <p:cNvPicPr/>
            <p:nvPr/>
          </p:nvPicPr>
          <p:blipFill>
            <a:blip r:embed="rId5">
              <a:alphaModFix amt="50000"/>
            </a:blip>
            <a:stretch/>
          </p:blipFill>
          <p:spPr>
            <a:xfrm rot="4680600">
              <a:off x="-1025280" y="3054960"/>
              <a:ext cx="3541320" cy="3464280"/>
            </a:xfrm>
            <a:prstGeom prst="rect">
              <a:avLst/>
            </a:prstGeom>
            <a:noFill/>
            <a:ln w="0">
              <a:noFill/>
            </a:ln>
          </p:spPr>
        </p:pic>
      </p:grpSp>
      <p:grpSp>
        <p:nvGrpSpPr>
          <p:cNvPr id="131" name="Google Shape;743;p24"/>
          <p:cNvGrpSpPr/>
          <p:nvPr/>
        </p:nvGrpSpPr>
        <p:grpSpPr>
          <a:xfrm>
            <a:off x="-812160" y="-464040"/>
            <a:ext cx="10245960" cy="6232680"/>
            <a:chOff x="-812160" y="-464040"/>
            <a:chExt cx="10245960" cy="6232680"/>
          </a:xfrm>
        </p:grpSpPr>
        <p:grpSp>
          <p:nvGrpSpPr>
            <p:cNvPr id="132" name="Google Shape;744;p24"/>
            <p:cNvGrpSpPr/>
            <p:nvPr/>
          </p:nvGrpSpPr>
          <p:grpSpPr>
            <a:xfrm>
              <a:off x="-812160" y="-464040"/>
              <a:ext cx="1962720" cy="2006640"/>
              <a:chOff x="-812160" y="-464040"/>
              <a:chExt cx="1962720" cy="2006640"/>
            </a:xfrm>
          </p:grpSpPr>
          <p:pic>
            <p:nvPicPr>
              <p:cNvPr id="133" name="Google Shape;745;p24" descr=""/>
              <p:cNvPicPr/>
              <p:nvPr/>
            </p:nvPicPr>
            <p:blipFill>
              <a:blip r:embed="rId6">
                <a:alphaModFix amt="50000"/>
              </a:blip>
              <a:stretch/>
            </p:blipFill>
            <p:spPr>
              <a:xfrm rot="5400000">
                <a:off x="-834120" y="-442080"/>
                <a:ext cx="2006640" cy="1962720"/>
              </a:xfrm>
              <a:prstGeom prst="rect">
                <a:avLst/>
              </a:prstGeom>
              <a:noFill/>
              <a:ln w="0">
                <a:noFill/>
              </a:ln>
            </p:spPr>
          </p:pic>
          <p:grpSp>
            <p:nvGrpSpPr>
              <p:cNvPr id="134" name="Google Shape;746;p24"/>
              <p:cNvGrpSpPr/>
              <p:nvPr/>
            </p:nvGrpSpPr>
            <p:grpSpPr>
              <a:xfrm>
                <a:off x="432360" y="425520"/>
                <a:ext cx="326520" cy="317880"/>
                <a:chOff x="432360" y="425520"/>
                <a:chExt cx="326520" cy="317880"/>
              </a:xfrm>
            </p:grpSpPr>
            <p:sp>
              <p:nvSpPr>
                <p:cNvPr id="135" name="Google Shape;747;p24"/>
                <p:cNvSpPr/>
                <p:nvPr/>
              </p:nvSpPr>
              <p:spPr>
                <a:xfrm>
                  <a:off x="558720" y="72216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6" name="Google Shape;748;p24"/>
                <p:cNvSpPr/>
                <p:nvPr/>
              </p:nvSpPr>
              <p:spPr>
                <a:xfrm>
                  <a:off x="432360" y="54396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7" name="Google Shape;749;p24"/>
                <p:cNvSpPr/>
                <p:nvPr/>
              </p:nvSpPr>
              <p:spPr>
                <a:xfrm>
                  <a:off x="570240" y="67824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8" name="Google Shape;750;p24"/>
                <p:cNvSpPr/>
                <p:nvPr/>
              </p:nvSpPr>
              <p:spPr>
                <a:xfrm>
                  <a:off x="457560" y="42552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9" name="Google Shape;751;p24"/>
                <p:cNvSpPr/>
                <p:nvPr/>
              </p:nvSpPr>
              <p:spPr>
                <a:xfrm>
                  <a:off x="586080" y="63576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0" name="Google Shape;752;p24"/>
                <p:cNvSpPr/>
                <p:nvPr/>
              </p:nvSpPr>
              <p:spPr>
                <a:xfrm>
                  <a:off x="601560" y="59292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1" name="Google Shape;753;p24"/>
                <p:cNvSpPr/>
                <p:nvPr/>
              </p:nvSpPr>
              <p:spPr>
                <a:xfrm>
                  <a:off x="631080" y="50112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2" name="Google Shape;754;p24"/>
                <p:cNvSpPr/>
                <p:nvPr/>
              </p:nvSpPr>
              <p:spPr>
                <a:xfrm>
                  <a:off x="668520" y="48024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3" name="Google Shape;755;p24"/>
                <p:cNvSpPr/>
                <p:nvPr/>
              </p:nvSpPr>
              <p:spPr>
                <a:xfrm>
                  <a:off x="705600" y="45108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44" name="Google Shape;756;p24"/>
              <p:cNvGrpSpPr/>
              <p:nvPr/>
            </p:nvGrpSpPr>
            <p:grpSpPr>
              <a:xfrm>
                <a:off x="475920" y="1088640"/>
                <a:ext cx="267840" cy="268200"/>
                <a:chOff x="475920" y="1088640"/>
                <a:chExt cx="267840" cy="268200"/>
              </a:xfrm>
            </p:grpSpPr>
            <p:sp>
              <p:nvSpPr>
                <p:cNvPr id="145" name="Google Shape;757;p24"/>
                <p:cNvSpPr/>
                <p:nvPr/>
              </p:nvSpPr>
              <p:spPr>
                <a:xfrm>
                  <a:off x="534240" y="1247040"/>
                  <a:ext cx="51120" cy="51120"/>
                </a:xfrm>
                <a:custGeom>
                  <a:avLst/>
                  <a:gdLst>
                    <a:gd name="textAreaLeft" fmla="*/ 0 w 51120"/>
                    <a:gd name="textAreaRight" fmla="*/ 51840 w 51120"/>
                    <a:gd name="textAreaTop" fmla="*/ 0 h 51120"/>
                    <a:gd name="textAreaBottom" fmla="*/ 51840 h 5112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6" name="Google Shape;758;p24"/>
                <p:cNvSpPr/>
                <p:nvPr/>
              </p:nvSpPr>
              <p:spPr>
                <a:xfrm>
                  <a:off x="633600" y="1247760"/>
                  <a:ext cx="50400" cy="50400"/>
                </a:xfrm>
                <a:custGeom>
                  <a:avLst/>
                  <a:gdLst>
                    <a:gd name="textAreaLeft" fmla="*/ 0 w 50400"/>
                    <a:gd name="textAreaRight" fmla="*/ 51120 w 50400"/>
                    <a:gd name="textAreaTop" fmla="*/ 0 h 50400"/>
                    <a:gd name="textAreaBottom" fmla="*/ 51120 h 5040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7" name="Google Shape;759;p24"/>
                <p:cNvSpPr/>
                <p:nvPr/>
              </p:nvSpPr>
              <p:spPr>
                <a:xfrm>
                  <a:off x="534240" y="1148400"/>
                  <a:ext cx="50040" cy="50400"/>
                </a:xfrm>
                <a:custGeom>
                  <a:avLst/>
                  <a:gdLst>
                    <a:gd name="textAreaLeft" fmla="*/ 0 w 50040"/>
                    <a:gd name="textAreaRight" fmla="*/ 50760 w 50040"/>
                    <a:gd name="textAreaTop" fmla="*/ 0 h 50400"/>
                    <a:gd name="textAreaBottom" fmla="*/ 51120 h 5040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8" name="Google Shape;760;p24"/>
                <p:cNvSpPr/>
                <p:nvPr/>
              </p:nvSpPr>
              <p:spPr>
                <a:xfrm>
                  <a:off x="632520" y="1148400"/>
                  <a:ext cx="51480" cy="51480"/>
                </a:xfrm>
                <a:custGeom>
                  <a:avLst/>
                  <a:gdLst>
                    <a:gd name="textAreaLeft" fmla="*/ 0 w 51480"/>
                    <a:gd name="textAreaRight" fmla="*/ 52200 w 51480"/>
                    <a:gd name="textAreaTop" fmla="*/ 0 h 51480"/>
                    <a:gd name="textAreaBottom" fmla="*/ 52200 h 5148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9" name="Google Shape;761;p24"/>
                <p:cNvSpPr/>
                <p:nvPr/>
              </p:nvSpPr>
              <p:spPr>
                <a:xfrm>
                  <a:off x="595440" y="1211040"/>
                  <a:ext cx="26640" cy="26280"/>
                </a:xfrm>
                <a:custGeom>
                  <a:avLst/>
                  <a:gdLst>
                    <a:gd name="textAreaLeft" fmla="*/ 0 w 26640"/>
                    <a:gd name="textAreaRight" fmla="*/ 27360 w 26640"/>
                    <a:gd name="textAreaTop" fmla="*/ 0 h 26280"/>
                    <a:gd name="textAreaBottom" fmla="*/ 27000 h 26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3320" bIns="133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0" name="Google Shape;762;p24"/>
                <p:cNvSpPr/>
                <p:nvPr/>
              </p:nvSpPr>
              <p:spPr>
                <a:xfrm>
                  <a:off x="530280" y="1144800"/>
                  <a:ext cx="157320" cy="157320"/>
                </a:xfrm>
                <a:custGeom>
                  <a:avLst/>
                  <a:gdLst>
                    <a:gd name="textAreaLeft" fmla="*/ 0 w 157320"/>
                    <a:gd name="textAreaRight" fmla="*/ 158040 w 157320"/>
                    <a:gd name="textAreaTop" fmla="*/ 0 h 157320"/>
                    <a:gd name="textAreaBottom" fmla="*/ 158040 h 1573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1" name="Google Shape;763;p24"/>
                <p:cNvSpPr/>
                <p:nvPr/>
              </p:nvSpPr>
              <p:spPr>
                <a:xfrm>
                  <a:off x="475920" y="1088640"/>
                  <a:ext cx="267840" cy="268200"/>
                </a:xfrm>
                <a:custGeom>
                  <a:avLst/>
                  <a:gdLst>
                    <a:gd name="textAreaLeft" fmla="*/ 0 w 267840"/>
                    <a:gd name="textAreaRight" fmla="*/ 268560 w 267840"/>
                    <a:gd name="textAreaTop" fmla="*/ 0 h 268200"/>
                    <a:gd name="textAreaBottom" fmla="*/ 268920 h 26820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2" name="Google Shape;764;p24"/>
              <p:cNvGrpSpPr/>
              <p:nvPr/>
            </p:nvGrpSpPr>
            <p:grpSpPr>
              <a:xfrm>
                <a:off x="-163800" y="693720"/>
                <a:ext cx="398880" cy="412200"/>
                <a:chOff x="-163800" y="693720"/>
                <a:chExt cx="398880" cy="412200"/>
              </a:xfrm>
            </p:grpSpPr>
            <p:sp>
              <p:nvSpPr>
                <p:cNvPr id="153" name="Google Shape;765;p24"/>
                <p:cNvSpPr/>
                <p:nvPr/>
              </p:nvSpPr>
              <p:spPr>
                <a:xfrm>
                  <a:off x="-163800" y="693720"/>
                  <a:ext cx="398880" cy="260640"/>
                </a:xfrm>
                <a:custGeom>
                  <a:avLst/>
                  <a:gdLst>
                    <a:gd name="textAreaLeft" fmla="*/ 0 w 398880"/>
                    <a:gd name="textAreaRight" fmla="*/ 399600 w 398880"/>
                    <a:gd name="textAreaTop" fmla="*/ 0 h 260640"/>
                    <a:gd name="textAreaBottom" fmla="*/ 261360 h 26064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4" name="Google Shape;766;p24"/>
                <p:cNvSpPr/>
                <p:nvPr/>
              </p:nvSpPr>
              <p:spPr>
                <a:xfrm>
                  <a:off x="115560" y="1054440"/>
                  <a:ext cx="49320" cy="51480"/>
                </a:xfrm>
                <a:custGeom>
                  <a:avLst/>
                  <a:gdLst>
                    <a:gd name="textAreaLeft" fmla="*/ 0 w 49320"/>
                    <a:gd name="textAreaRight" fmla="*/ 50040 w 49320"/>
                    <a:gd name="textAreaTop" fmla="*/ 0 h 51480"/>
                    <a:gd name="textAreaBottom" fmla="*/ 52200 h 514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5" name="Google Shape;767;p24"/>
                <p:cNvSpPr/>
                <p:nvPr/>
              </p:nvSpPr>
              <p:spPr>
                <a:xfrm>
                  <a:off x="51840" y="974520"/>
                  <a:ext cx="151920" cy="54360"/>
                </a:xfrm>
                <a:custGeom>
                  <a:avLst/>
                  <a:gdLst>
                    <a:gd name="textAreaLeft" fmla="*/ 0 w 151920"/>
                    <a:gd name="textAreaRight" fmla="*/ 152640 w 151920"/>
                    <a:gd name="textAreaTop" fmla="*/ 0 h 54360"/>
                    <a:gd name="textAreaBottom" fmla="*/ 55080 h 5436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56" name="Google Shape;768;p24"/>
            <p:cNvGrpSpPr/>
            <p:nvPr/>
          </p:nvGrpSpPr>
          <p:grpSpPr>
            <a:xfrm>
              <a:off x="7427160" y="3805920"/>
              <a:ext cx="2006640" cy="1962720"/>
              <a:chOff x="7427160" y="3805920"/>
              <a:chExt cx="2006640" cy="1962720"/>
            </a:xfrm>
          </p:grpSpPr>
          <p:pic>
            <p:nvPicPr>
              <p:cNvPr id="157" name="Google Shape;769;p24" descr=""/>
              <p:cNvPicPr/>
              <p:nvPr/>
            </p:nvPicPr>
            <p:blipFill>
              <a:blip r:embed="rId7">
                <a:alphaModFix amt="50000"/>
              </a:blip>
              <a:stretch/>
            </p:blipFill>
            <p:spPr>
              <a:xfrm>
                <a:off x="7427160" y="3805920"/>
                <a:ext cx="2006640" cy="1962720"/>
              </a:xfrm>
              <a:prstGeom prst="rect">
                <a:avLst/>
              </a:prstGeom>
              <a:noFill/>
              <a:ln w="0">
                <a:noFill/>
              </a:ln>
            </p:spPr>
          </p:pic>
          <p:grpSp>
            <p:nvGrpSpPr>
              <p:cNvPr id="158" name="Google Shape;770;p24"/>
              <p:cNvGrpSpPr/>
              <p:nvPr/>
            </p:nvGrpSpPr>
            <p:grpSpPr>
              <a:xfrm>
                <a:off x="7684560" y="4187160"/>
                <a:ext cx="343800" cy="316800"/>
                <a:chOff x="7684560" y="4187160"/>
                <a:chExt cx="343800" cy="316800"/>
              </a:xfrm>
            </p:grpSpPr>
            <p:sp>
              <p:nvSpPr>
                <p:cNvPr id="159" name="Google Shape;771;p24"/>
                <p:cNvSpPr/>
                <p:nvPr/>
              </p:nvSpPr>
              <p:spPr>
                <a:xfrm>
                  <a:off x="7799400" y="424080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0" name="Google Shape;772;p24"/>
                <p:cNvSpPr/>
                <p:nvPr/>
              </p:nvSpPr>
              <p:spPr>
                <a:xfrm>
                  <a:off x="7684560" y="442584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1" name="Google Shape;773;p24"/>
                <p:cNvSpPr/>
                <p:nvPr/>
              </p:nvSpPr>
              <p:spPr>
                <a:xfrm>
                  <a:off x="7717680" y="418716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2" name="Google Shape;774;p24"/>
                <p:cNvSpPr/>
                <p:nvPr/>
              </p:nvSpPr>
              <p:spPr>
                <a:xfrm>
                  <a:off x="7742520" y="439308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3" name="Google Shape;775;p24"/>
              <p:cNvGrpSpPr/>
              <p:nvPr/>
            </p:nvGrpSpPr>
            <p:grpSpPr>
              <a:xfrm>
                <a:off x="8322120" y="4188240"/>
                <a:ext cx="313920" cy="314280"/>
                <a:chOff x="8322120" y="4188240"/>
                <a:chExt cx="313920" cy="314280"/>
              </a:xfrm>
            </p:grpSpPr>
            <p:sp>
              <p:nvSpPr>
                <p:cNvPr id="164" name="Google Shape;776;p24"/>
                <p:cNvSpPr/>
                <p:nvPr/>
              </p:nvSpPr>
              <p:spPr>
                <a:xfrm>
                  <a:off x="8361720" y="421848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5" name="Google Shape;777;p24"/>
                <p:cNvSpPr/>
                <p:nvPr/>
              </p:nvSpPr>
              <p:spPr>
                <a:xfrm>
                  <a:off x="8322120" y="418824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66" name="Google Shape;778;p24"/>
              <p:cNvGrpSpPr/>
              <p:nvPr/>
            </p:nvGrpSpPr>
            <p:grpSpPr>
              <a:xfrm>
                <a:off x="7958160" y="4710240"/>
                <a:ext cx="405000" cy="404640"/>
                <a:chOff x="7958160" y="4710240"/>
                <a:chExt cx="405000" cy="404640"/>
              </a:xfrm>
            </p:grpSpPr>
            <p:sp>
              <p:nvSpPr>
                <p:cNvPr id="167" name="Google Shape;779;p24"/>
                <p:cNvSpPr/>
                <p:nvPr/>
              </p:nvSpPr>
              <p:spPr>
                <a:xfrm>
                  <a:off x="8060400" y="471024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8" name="Google Shape;780;p24"/>
                <p:cNvSpPr/>
                <p:nvPr/>
              </p:nvSpPr>
              <p:spPr>
                <a:xfrm>
                  <a:off x="8150760" y="480276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9" name="Google Shape;781;p24"/>
                <p:cNvSpPr/>
                <p:nvPr/>
              </p:nvSpPr>
              <p:spPr>
                <a:xfrm>
                  <a:off x="8119080" y="493776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782;p24"/>
                <p:cNvSpPr/>
                <p:nvPr/>
              </p:nvSpPr>
              <p:spPr>
                <a:xfrm>
                  <a:off x="7958160" y="489744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1" name="Google Shape;783;p24"/>
                <p:cNvSpPr/>
                <p:nvPr/>
              </p:nvSpPr>
              <p:spPr>
                <a:xfrm>
                  <a:off x="8199720" y="489348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2"/>
        </a:solidFill>
      </p:bgPr>
    </p:bg>
    <p:spTree>
      <p:nvGrpSpPr>
        <p:cNvPr id="1" name=""/>
        <p:cNvGrpSpPr/>
        <p:nvPr/>
      </p:nvGrpSpPr>
      <p:grpSpPr>
        <a:xfrm>
          <a:off x="0" y="0"/>
          <a:ext cx="0" cy="0"/>
          <a:chOff x="0" y="0"/>
          <a:chExt cx="0" cy="0"/>
        </a:xfrm>
      </p:grpSpPr>
      <p:pic>
        <p:nvPicPr>
          <p:cNvPr id="172" name="Google Shape;66;p4" descr=""/>
          <p:cNvPicPr/>
          <p:nvPr/>
        </p:nvPicPr>
        <p:blipFill>
          <a:blip r:embed="rId2"/>
          <a:srcRect l="0" t="1844" r="1844" b="0"/>
          <a:stretch/>
        </p:blipFill>
        <p:spPr>
          <a:xfrm rot="10800000">
            <a:off x="720" y="0"/>
            <a:ext cx="9143280" cy="5142960"/>
          </a:xfrm>
          <a:prstGeom prst="rect">
            <a:avLst/>
          </a:prstGeom>
          <a:noFill/>
          <a:ln w="0">
            <a:noFill/>
          </a:ln>
        </p:spPr>
      </p:pic>
      <p:pic>
        <p:nvPicPr>
          <p:cNvPr id="173" name="Google Shape;67;p4" descr=""/>
          <p:cNvPicPr/>
          <p:nvPr/>
        </p:nvPicPr>
        <p:blipFill>
          <a:blip r:embed="rId3">
            <a:alphaModFix amt="60000"/>
          </a:blip>
          <a:srcRect l="0" t="0" r="0" b="1681"/>
          <a:stretch/>
        </p:blipFill>
        <p:spPr>
          <a:xfrm flipH="1">
            <a:off x="6489360" y="0"/>
            <a:ext cx="2740320" cy="5142960"/>
          </a:xfrm>
          <a:prstGeom prst="rect">
            <a:avLst/>
          </a:prstGeom>
          <a:noFill/>
          <a:ln w="0">
            <a:noFill/>
          </a:ln>
        </p:spPr>
      </p:pic>
      <p:grpSp>
        <p:nvGrpSpPr>
          <p:cNvPr id="174" name="Google Shape;68;p4"/>
          <p:cNvGrpSpPr/>
          <p:nvPr/>
        </p:nvGrpSpPr>
        <p:grpSpPr>
          <a:xfrm>
            <a:off x="-2377440" y="-2853360"/>
            <a:ext cx="12215520" cy="9288360"/>
            <a:chOff x="-2377440" y="-2853360"/>
            <a:chExt cx="12215520" cy="9288360"/>
          </a:xfrm>
        </p:grpSpPr>
        <p:pic>
          <p:nvPicPr>
            <p:cNvPr id="175" name="Google Shape;69;p4" descr=""/>
            <p:cNvPicPr/>
            <p:nvPr/>
          </p:nvPicPr>
          <p:blipFill>
            <a:blip r:embed="rId4">
              <a:alphaModFix amt="50000"/>
            </a:blip>
            <a:stretch/>
          </p:blipFill>
          <p:spPr>
            <a:xfrm flipH="1" rot="16719600">
              <a:off x="6088320" y="2691360"/>
              <a:ext cx="3541320" cy="3464280"/>
            </a:xfrm>
            <a:prstGeom prst="rect">
              <a:avLst/>
            </a:prstGeom>
            <a:noFill/>
            <a:ln w="0">
              <a:noFill/>
            </a:ln>
          </p:spPr>
        </p:pic>
        <p:pic>
          <p:nvPicPr>
            <p:cNvPr id="176" name="Google Shape;70;p4" descr=""/>
            <p:cNvPicPr/>
            <p:nvPr/>
          </p:nvPicPr>
          <p:blipFill>
            <a:blip r:embed="rId5">
              <a:alphaModFix amt="50000"/>
            </a:blip>
            <a:stretch/>
          </p:blipFill>
          <p:spPr>
            <a:xfrm flipH="1" rot="19275600">
              <a:off x="-1683000" y="-2126160"/>
              <a:ext cx="3541320" cy="3464280"/>
            </a:xfrm>
            <a:prstGeom prst="rect">
              <a:avLst/>
            </a:prstGeom>
            <a:noFill/>
            <a:ln w="0">
              <a:noFill/>
            </a:ln>
          </p:spPr>
        </p:pic>
      </p:grpSp>
      <p:grpSp>
        <p:nvGrpSpPr>
          <p:cNvPr id="177" name="Google Shape;71;p4"/>
          <p:cNvGrpSpPr/>
          <p:nvPr/>
        </p:nvGrpSpPr>
        <p:grpSpPr>
          <a:xfrm>
            <a:off x="7748280" y="-749520"/>
            <a:ext cx="1962720" cy="2057040"/>
            <a:chOff x="7748280" y="-749520"/>
            <a:chExt cx="1962720" cy="2057040"/>
          </a:xfrm>
        </p:grpSpPr>
        <p:pic>
          <p:nvPicPr>
            <p:cNvPr id="178" name="Google Shape;72;p4" descr=""/>
            <p:cNvPicPr/>
            <p:nvPr/>
          </p:nvPicPr>
          <p:blipFill>
            <a:blip r:embed="rId6">
              <a:alphaModFix amt="50000"/>
            </a:blip>
            <a:stretch/>
          </p:blipFill>
          <p:spPr>
            <a:xfrm rot="16200000">
              <a:off x="7726320" y="-727560"/>
              <a:ext cx="2006640" cy="1962720"/>
            </a:xfrm>
            <a:prstGeom prst="rect">
              <a:avLst/>
            </a:prstGeom>
            <a:noFill/>
            <a:ln w="0">
              <a:noFill/>
            </a:ln>
          </p:spPr>
        </p:pic>
        <p:grpSp>
          <p:nvGrpSpPr>
            <p:cNvPr id="179" name="Google Shape;73;p4"/>
            <p:cNvGrpSpPr/>
            <p:nvPr/>
          </p:nvGrpSpPr>
          <p:grpSpPr>
            <a:xfrm>
              <a:off x="8696880" y="990720"/>
              <a:ext cx="344160" cy="316800"/>
              <a:chOff x="8696880" y="990720"/>
              <a:chExt cx="344160" cy="316800"/>
            </a:xfrm>
          </p:grpSpPr>
          <p:sp>
            <p:nvSpPr>
              <p:cNvPr id="180" name="Google Shape;74;p4"/>
              <p:cNvSpPr/>
              <p:nvPr/>
            </p:nvSpPr>
            <p:spPr>
              <a:xfrm>
                <a:off x="8811720" y="10447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1" name="Google Shape;75;p4"/>
              <p:cNvSpPr/>
              <p:nvPr/>
            </p:nvSpPr>
            <p:spPr>
              <a:xfrm>
                <a:off x="8696880" y="122940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2" name="Google Shape;76;p4"/>
              <p:cNvSpPr/>
              <p:nvPr/>
            </p:nvSpPr>
            <p:spPr>
              <a:xfrm>
                <a:off x="8730360" y="9907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3" name="Google Shape;77;p4"/>
              <p:cNvSpPr/>
              <p:nvPr/>
            </p:nvSpPr>
            <p:spPr>
              <a:xfrm>
                <a:off x="8754840" y="119664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84" name="Google Shape;78;p4"/>
            <p:cNvGrpSpPr/>
            <p:nvPr/>
          </p:nvGrpSpPr>
          <p:grpSpPr>
            <a:xfrm>
              <a:off x="8691120" y="332640"/>
              <a:ext cx="355680" cy="356760"/>
              <a:chOff x="8691120" y="332640"/>
              <a:chExt cx="355680" cy="356760"/>
            </a:xfrm>
          </p:grpSpPr>
          <p:sp>
            <p:nvSpPr>
              <p:cNvPr id="185" name="Google Shape;79;p4"/>
              <p:cNvSpPr/>
              <p:nvPr/>
            </p:nvSpPr>
            <p:spPr>
              <a:xfrm>
                <a:off x="8768880" y="54252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6" name="Google Shape;80;p4"/>
              <p:cNvSpPr/>
              <p:nvPr/>
            </p:nvSpPr>
            <p:spPr>
              <a:xfrm>
                <a:off x="8900640" y="5436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7" name="Google Shape;81;p4"/>
              <p:cNvSpPr/>
              <p:nvPr/>
            </p:nvSpPr>
            <p:spPr>
              <a:xfrm>
                <a:off x="8768880" y="4114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8" name="Google Shape;82;p4"/>
              <p:cNvSpPr/>
              <p:nvPr/>
            </p:nvSpPr>
            <p:spPr>
              <a:xfrm>
                <a:off x="8899200" y="4114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9" name="Google Shape;83;p4"/>
              <p:cNvSpPr/>
              <p:nvPr/>
            </p:nvSpPr>
            <p:spPr>
              <a:xfrm>
                <a:off x="8850240" y="4946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0" name="Google Shape;84;p4"/>
              <p:cNvSpPr/>
              <p:nvPr/>
            </p:nvSpPr>
            <p:spPr>
              <a:xfrm>
                <a:off x="8763120" y="4068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1" name="Google Shape;85;p4"/>
              <p:cNvSpPr/>
              <p:nvPr/>
            </p:nvSpPr>
            <p:spPr>
              <a:xfrm>
                <a:off x="8691120" y="3326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92" name="Google Shape;86;p4"/>
            <p:cNvGrpSpPr/>
            <p:nvPr/>
          </p:nvGrpSpPr>
          <p:grpSpPr>
            <a:xfrm>
              <a:off x="8134560" y="650880"/>
              <a:ext cx="354240" cy="366120"/>
              <a:chOff x="8134560" y="650880"/>
              <a:chExt cx="354240" cy="366120"/>
            </a:xfrm>
          </p:grpSpPr>
          <p:sp>
            <p:nvSpPr>
              <p:cNvPr id="193" name="Google Shape;87;p4"/>
              <p:cNvSpPr/>
              <p:nvPr/>
            </p:nvSpPr>
            <p:spPr>
              <a:xfrm>
                <a:off x="8134560" y="6508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4" name="Google Shape;88;p4"/>
              <p:cNvSpPr/>
              <p:nvPr/>
            </p:nvSpPr>
            <p:spPr>
              <a:xfrm>
                <a:off x="8382960" y="9712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5" name="Google Shape;89;p4"/>
              <p:cNvSpPr/>
              <p:nvPr/>
            </p:nvSpPr>
            <p:spPr>
              <a:xfrm>
                <a:off x="8326440" y="9000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96"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
        <p:nvSpPr>
          <p:cNvPr id="197" name="PlaceHolder 2"/>
          <p:cNvSpPr>
            <a:spLocks noGrp="1"/>
          </p:cNvSpPr>
          <p:nvPr>
            <p:ph type="body"/>
          </p:nvPr>
        </p:nvSpPr>
        <p:spPr>
          <a:xfrm>
            <a:off x="720000" y="1215720"/>
            <a:ext cx="7703280" cy="3415680"/>
          </a:xfrm>
          <a:prstGeom prst="rect">
            <a:avLst/>
          </a:prstGeom>
          <a:noFill/>
          <a:ln w="0">
            <a:noFill/>
          </a:ln>
        </p:spPr>
        <p:txBody>
          <a:bodyPr lIns="91440" rIns="91440" tIns="91440" bIns="91440" anchor="t">
            <a:noAutofit/>
          </a:bodyPr>
          <a:p>
            <a:pPr marL="432000" indent="-324000">
              <a:lnSpc>
                <a:spcPct val="100000"/>
              </a:lnSpc>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en-US" sz="1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en-US" sz="1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en-US" sz="1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en-US" sz="1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en-US" sz="1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en-US" sz="1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en-US" sz="1200" strike="noStrike" u="none">
              <a:solidFill>
                <a:srgbClr val="ffffff"/>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2"/>
        </a:solidFill>
      </p:bgPr>
    </p:bg>
    <p:spTree>
      <p:nvGrpSpPr>
        <p:cNvPr id="1" name=""/>
        <p:cNvGrpSpPr/>
        <p:nvPr/>
      </p:nvGrpSpPr>
      <p:grpSpPr>
        <a:xfrm>
          <a:off x="0" y="0"/>
          <a:ext cx="0" cy="0"/>
          <a:chOff x="0" y="0"/>
          <a:chExt cx="0" cy="0"/>
        </a:xfrm>
      </p:grpSpPr>
      <p:pic>
        <p:nvPicPr>
          <p:cNvPr id="198" name="Google Shape;93;p5" descr=""/>
          <p:cNvPicPr/>
          <p:nvPr/>
        </p:nvPicPr>
        <p:blipFill>
          <a:blip r:embed="rId2"/>
          <a:srcRect l="0" t="1844" r="1844" b="0"/>
          <a:stretch/>
        </p:blipFill>
        <p:spPr>
          <a:xfrm rot="10800000">
            <a:off x="720" y="0"/>
            <a:ext cx="9143280" cy="5142960"/>
          </a:xfrm>
          <a:prstGeom prst="rect">
            <a:avLst/>
          </a:prstGeom>
          <a:noFill/>
          <a:ln w="0">
            <a:noFill/>
          </a:ln>
        </p:spPr>
      </p:pic>
      <p:pic>
        <p:nvPicPr>
          <p:cNvPr id="199" name="Google Shape;94;p5" descr=""/>
          <p:cNvPicPr/>
          <p:nvPr/>
        </p:nvPicPr>
        <p:blipFill>
          <a:blip r:embed="rId3"/>
          <a:srcRect l="7208" t="0" r="48300" b="45426"/>
          <a:stretch/>
        </p:blipFill>
        <p:spPr>
          <a:xfrm flipH="1">
            <a:off x="7925400" y="2289240"/>
            <a:ext cx="1218600" cy="2853720"/>
          </a:xfrm>
          <a:prstGeom prst="rect">
            <a:avLst/>
          </a:prstGeom>
          <a:noFill/>
          <a:ln w="0">
            <a:noFill/>
          </a:ln>
        </p:spPr>
      </p:pic>
      <p:grpSp>
        <p:nvGrpSpPr>
          <p:cNvPr id="200" name="Google Shape;95;p5"/>
          <p:cNvGrpSpPr/>
          <p:nvPr/>
        </p:nvGrpSpPr>
        <p:grpSpPr>
          <a:xfrm>
            <a:off x="7748280" y="-749520"/>
            <a:ext cx="1962720" cy="2057040"/>
            <a:chOff x="7748280" y="-749520"/>
            <a:chExt cx="1962720" cy="2057040"/>
          </a:xfrm>
        </p:grpSpPr>
        <p:pic>
          <p:nvPicPr>
            <p:cNvPr id="201" name="Google Shape;96;p5" descr=""/>
            <p:cNvPicPr/>
            <p:nvPr/>
          </p:nvPicPr>
          <p:blipFill>
            <a:blip r:embed="rId4">
              <a:alphaModFix amt="50000"/>
            </a:blip>
            <a:stretch/>
          </p:blipFill>
          <p:spPr>
            <a:xfrm rot="16200000">
              <a:off x="7726320" y="-727560"/>
              <a:ext cx="2006640" cy="1962720"/>
            </a:xfrm>
            <a:prstGeom prst="rect">
              <a:avLst/>
            </a:prstGeom>
            <a:noFill/>
            <a:ln w="0">
              <a:noFill/>
            </a:ln>
          </p:spPr>
        </p:pic>
        <p:grpSp>
          <p:nvGrpSpPr>
            <p:cNvPr id="202" name="Google Shape;97;p5"/>
            <p:cNvGrpSpPr/>
            <p:nvPr/>
          </p:nvGrpSpPr>
          <p:grpSpPr>
            <a:xfrm>
              <a:off x="8696880" y="990720"/>
              <a:ext cx="344160" cy="316800"/>
              <a:chOff x="8696880" y="990720"/>
              <a:chExt cx="344160" cy="316800"/>
            </a:xfrm>
          </p:grpSpPr>
          <p:sp>
            <p:nvSpPr>
              <p:cNvPr id="203" name="Google Shape;98;p5"/>
              <p:cNvSpPr/>
              <p:nvPr/>
            </p:nvSpPr>
            <p:spPr>
              <a:xfrm>
                <a:off x="8811720" y="10447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4" name="Google Shape;99;p5"/>
              <p:cNvSpPr/>
              <p:nvPr/>
            </p:nvSpPr>
            <p:spPr>
              <a:xfrm>
                <a:off x="8696880" y="122940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5" name="Google Shape;100;p5"/>
              <p:cNvSpPr/>
              <p:nvPr/>
            </p:nvSpPr>
            <p:spPr>
              <a:xfrm>
                <a:off x="8730360" y="9907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6" name="Google Shape;101;p5"/>
              <p:cNvSpPr/>
              <p:nvPr/>
            </p:nvSpPr>
            <p:spPr>
              <a:xfrm>
                <a:off x="8754840" y="119664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7" name="Google Shape;102;p5"/>
            <p:cNvGrpSpPr/>
            <p:nvPr/>
          </p:nvGrpSpPr>
          <p:grpSpPr>
            <a:xfrm>
              <a:off x="8712000" y="-283320"/>
              <a:ext cx="313920" cy="314280"/>
              <a:chOff x="8712000" y="-283320"/>
              <a:chExt cx="313920" cy="314280"/>
            </a:xfrm>
          </p:grpSpPr>
          <p:sp>
            <p:nvSpPr>
              <p:cNvPr id="208" name="Google Shape;103;p5"/>
              <p:cNvSpPr/>
              <p:nvPr/>
            </p:nvSpPr>
            <p:spPr>
              <a:xfrm>
                <a:off x="8751600" y="-2534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9" name="Google Shape;104;p5"/>
              <p:cNvSpPr/>
              <p:nvPr/>
            </p:nvSpPr>
            <p:spPr>
              <a:xfrm>
                <a:off x="8712000" y="-28332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0" name="Google Shape;105;p5"/>
            <p:cNvGrpSpPr/>
            <p:nvPr/>
          </p:nvGrpSpPr>
          <p:grpSpPr>
            <a:xfrm>
              <a:off x="8691120" y="332640"/>
              <a:ext cx="355680" cy="356760"/>
              <a:chOff x="8691120" y="332640"/>
              <a:chExt cx="355680" cy="356760"/>
            </a:xfrm>
          </p:grpSpPr>
          <p:sp>
            <p:nvSpPr>
              <p:cNvPr id="211" name="Google Shape;106;p5"/>
              <p:cNvSpPr/>
              <p:nvPr/>
            </p:nvSpPr>
            <p:spPr>
              <a:xfrm>
                <a:off x="8768880" y="54252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2" name="Google Shape;107;p5"/>
              <p:cNvSpPr/>
              <p:nvPr/>
            </p:nvSpPr>
            <p:spPr>
              <a:xfrm>
                <a:off x="8900640" y="5436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3" name="Google Shape;108;p5"/>
              <p:cNvSpPr/>
              <p:nvPr/>
            </p:nvSpPr>
            <p:spPr>
              <a:xfrm>
                <a:off x="8768880" y="4114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4" name="Google Shape;109;p5"/>
              <p:cNvSpPr/>
              <p:nvPr/>
            </p:nvSpPr>
            <p:spPr>
              <a:xfrm>
                <a:off x="8899200" y="4114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5" name="Google Shape;110;p5"/>
              <p:cNvSpPr/>
              <p:nvPr/>
            </p:nvSpPr>
            <p:spPr>
              <a:xfrm>
                <a:off x="8850240" y="4946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6" name="Google Shape;111;p5"/>
              <p:cNvSpPr/>
              <p:nvPr/>
            </p:nvSpPr>
            <p:spPr>
              <a:xfrm>
                <a:off x="8763120" y="4068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7" name="Google Shape;112;p5"/>
              <p:cNvSpPr/>
              <p:nvPr/>
            </p:nvSpPr>
            <p:spPr>
              <a:xfrm>
                <a:off x="8691120" y="3326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8" name="Google Shape;113;p5"/>
            <p:cNvGrpSpPr/>
            <p:nvPr/>
          </p:nvGrpSpPr>
          <p:grpSpPr>
            <a:xfrm>
              <a:off x="8134560" y="650880"/>
              <a:ext cx="354240" cy="366120"/>
              <a:chOff x="8134560" y="650880"/>
              <a:chExt cx="354240" cy="366120"/>
            </a:xfrm>
          </p:grpSpPr>
          <p:sp>
            <p:nvSpPr>
              <p:cNvPr id="219" name="Google Shape;114;p5"/>
              <p:cNvSpPr/>
              <p:nvPr/>
            </p:nvSpPr>
            <p:spPr>
              <a:xfrm>
                <a:off x="8134560" y="6508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0" name="Google Shape;115;p5"/>
              <p:cNvSpPr/>
              <p:nvPr/>
            </p:nvSpPr>
            <p:spPr>
              <a:xfrm>
                <a:off x="8382960" y="9712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1" name="Google Shape;116;p5"/>
              <p:cNvSpPr/>
              <p:nvPr/>
            </p:nvSpPr>
            <p:spPr>
              <a:xfrm>
                <a:off x="8326440" y="9000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22" name="Google Shape;117;p5"/>
            <p:cNvGrpSpPr/>
            <p:nvPr/>
          </p:nvGrpSpPr>
          <p:grpSpPr>
            <a:xfrm>
              <a:off x="8148600" y="33480"/>
              <a:ext cx="326520" cy="317880"/>
              <a:chOff x="8148600" y="33480"/>
              <a:chExt cx="326520" cy="317880"/>
            </a:xfrm>
          </p:grpSpPr>
          <p:sp>
            <p:nvSpPr>
              <p:cNvPr id="223" name="Google Shape;118;p5"/>
              <p:cNvSpPr/>
              <p:nvPr/>
            </p:nvSpPr>
            <p:spPr>
              <a:xfrm>
                <a:off x="8274960" y="33012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4" name="Google Shape;119;p5"/>
              <p:cNvSpPr/>
              <p:nvPr/>
            </p:nvSpPr>
            <p:spPr>
              <a:xfrm>
                <a:off x="8148600" y="15192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5" name="Google Shape;120;p5"/>
              <p:cNvSpPr/>
              <p:nvPr/>
            </p:nvSpPr>
            <p:spPr>
              <a:xfrm>
                <a:off x="8286480" y="28620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6" name="Google Shape;121;p5"/>
              <p:cNvSpPr/>
              <p:nvPr/>
            </p:nvSpPr>
            <p:spPr>
              <a:xfrm>
                <a:off x="8173800" y="3348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7" name="Google Shape;122;p5"/>
              <p:cNvSpPr/>
              <p:nvPr/>
            </p:nvSpPr>
            <p:spPr>
              <a:xfrm>
                <a:off x="8302320" y="24372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8" name="Google Shape;123;p5"/>
              <p:cNvSpPr/>
              <p:nvPr/>
            </p:nvSpPr>
            <p:spPr>
              <a:xfrm>
                <a:off x="8317800" y="20088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9" name="Google Shape;124;p5"/>
              <p:cNvSpPr/>
              <p:nvPr/>
            </p:nvSpPr>
            <p:spPr>
              <a:xfrm>
                <a:off x="8346960" y="10908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0" name="Google Shape;125;p5"/>
              <p:cNvSpPr/>
              <p:nvPr/>
            </p:nvSpPr>
            <p:spPr>
              <a:xfrm>
                <a:off x="8384400" y="8820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1" name="Google Shape;126;p5"/>
              <p:cNvSpPr/>
              <p:nvPr/>
            </p:nvSpPr>
            <p:spPr>
              <a:xfrm>
                <a:off x="8421840" y="5904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32" name="Google Shape;127;p5"/>
          <p:cNvGrpSpPr/>
          <p:nvPr/>
        </p:nvGrpSpPr>
        <p:grpSpPr>
          <a:xfrm>
            <a:off x="-2389680" y="2612880"/>
            <a:ext cx="13981680" cy="5048280"/>
            <a:chOff x="-2389680" y="2612880"/>
            <a:chExt cx="13981680" cy="5048280"/>
          </a:xfrm>
        </p:grpSpPr>
        <p:pic>
          <p:nvPicPr>
            <p:cNvPr id="233" name="Google Shape;128;p5" descr=""/>
            <p:cNvPicPr/>
            <p:nvPr/>
          </p:nvPicPr>
          <p:blipFill>
            <a:blip r:embed="rId5">
              <a:alphaModFix amt="50000"/>
            </a:blip>
            <a:stretch/>
          </p:blipFill>
          <p:spPr>
            <a:xfrm flipH="1" rot="2277600">
              <a:off x="7359480" y="3474000"/>
              <a:ext cx="3541320" cy="3464280"/>
            </a:xfrm>
            <a:prstGeom prst="rect">
              <a:avLst/>
            </a:prstGeom>
            <a:noFill/>
            <a:ln w="0">
              <a:noFill/>
            </a:ln>
          </p:spPr>
        </p:pic>
        <p:pic>
          <p:nvPicPr>
            <p:cNvPr id="234" name="Google Shape;129;p5" descr=""/>
            <p:cNvPicPr/>
            <p:nvPr/>
          </p:nvPicPr>
          <p:blipFill>
            <a:blip r:embed="rId6">
              <a:alphaModFix amt="50000"/>
            </a:blip>
            <a:stretch/>
          </p:blipFill>
          <p:spPr>
            <a:xfrm flipH="1" rot="7843800">
              <a:off x="-1692000" y="3352680"/>
              <a:ext cx="3541320" cy="3464280"/>
            </a:xfrm>
            <a:prstGeom prst="rect">
              <a:avLst/>
            </a:prstGeom>
            <a:noFill/>
            <a:ln w="0">
              <a:noFill/>
            </a:ln>
          </p:spPr>
        </p:pic>
      </p:grpSp>
      <p:sp>
        <p:nvSpPr>
          <p:cNvPr id="235"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2"/>
        </a:solidFill>
      </p:bgPr>
    </p:bg>
    <p:spTree>
      <p:nvGrpSpPr>
        <p:cNvPr id="1" name=""/>
        <p:cNvGrpSpPr/>
        <p:nvPr/>
      </p:nvGrpSpPr>
      <p:grpSpPr>
        <a:xfrm>
          <a:off x="0" y="0"/>
          <a:ext cx="0" cy="0"/>
          <a:chOff x="0" y="0"/>
          <a:chExt cx="0" cy="0"/>
        </a:xfrm>
      </p:grpSpPr>
      <p:pic>
        <p:nvPicPr>
          <p:cNvPr id="236" name="Google Shape;170;p8" descr=""/>
          <p:cNvPicPr/>
          <p:nvPr/>
        </p:nvPicPr>
        <p:blipFill>
          <a:blip r:embed="rId2"/>
          <a:srcRect l="0" t="1844" r="1844" b="0"/>
          <a:stretch/>
        </p:blipFill>
        <p:spPr>
          <a:xfrm flipH="1">
            <a:off x="720" y="0"/>
            <a:ext cx="9143280" cy="5142960"/>
          </a:xfrm>
          <a:prstGeom prst="rect">
            <a:avLst/>
          </a:prstGeom>
          <a:noFill/>
          <a:ln w="0">
            <a:noFill/>
          </a:ln>
        </p:spPr>
      </p:pic>
      <p:pic>
        <p:nvPicPr>
          <p:cNvPr id="237" name="Google Shape;171;p8" descr=""/>
          <p:cNvPicPr/>
          <p:nvPr/>
        </p:nvPicPr>
        <p:blipFill>
          <a:blip r:embed="rId3">
            <a:alphaModFix amt="60000"/>
          </a:blip>
          <a:srcRect l="0" t="0" r="0" b="1681"/>
          <a:stretch/>
        </p:blipFill>
        <p:spPr>
          <a:xfrm flipH="1">
            <a:off x="6489360" y="0"/>
            <a:ext cx="2740320" cy="5142960"/>
          </a:xfrm>
          <a:prstGeom prst="rect">
            <a:avLst/>
          </a:prstGeom>
          <a:noFill/>
          <a:ln w="0">
            <a:noFill/>
          </a:ln>
        </p:spPr>
      </p:pic>
      <p:grpSp>
        <p:nvGrpSpPr>
          <p:cNvPr id="238" name="Google Shape;172;p8"/>
          <p:cNvGrpSpPr/>
          <p:nvPr/>
        </p:nvGrpSpPr>
        <p:grpSpPr>
          <a:xfrm>
            <a:off x="-1880280" y="-2238480"/>
            <a:ext cx="12745080" cy="9193320"/>
            <a:chOff x="-1880280" y="-2238480"/>
            <a:chExt cx="12745080" cy="9193320"/>
          </a:xfrm>
        </p:grpSpPr>
        <p:pic>
          <p:nvPicPr>
            <p:cNvPr id="239" name="Google Shape;173;p8" descr=""/>
            <p:cNvPicPr/>
            <p:nvPr/>
          </p:nvPicPr>
          <p:blipFill>
            <a:blip r:embed="rId4">
              <a:alphaModFix amt="50000"/>
            </a:blip>
            <a:stretch/>
          </p:blipFill>
          <p:spPr>
            <a:xfrm flipH="1" rot="14977800">
              <a:off x="6854040" y="2959560"/>
              <a:ext cx="3541320" cy="3464280"/>
            </a:xfrm>
            <a:prstGeom prst="rect">
              <a:avLst/>
            </a:prstGeom>
            <a:noFill/>
            <a:ln w="0">
              <a:noFill/>
            </a:ln>
          </p:spPr>
        </p:pic>
        <p:pic>
          <p:nvPicPr>
            <p:cNvPr id="240" name="Google Shape;174;p8" descr=""/>
            <p:cNvPicPr/>
            <p:nvPr/>
          </p:nvPicPr>
          <p:blipFill>
            <a:blip r:embed="rId5">
              <a:alphaModFix amt="50000"/>
            </a:blip>
            <a:stretch/>
          </p:blipFill>
          <p:spPr>
            <a:xfrm flipH="1" rot="16919400">
              <a:off x="-1588680" y="-1878840"/>
              <a:ext cx="3541320" cy="3464280"/>
            </a:xfrm>
            <a:prstGeom prst="rect">
              <a:avLst/>
            </a:prstGeom>
            <a:noFill/>
            <a:ln w="0">
              <a:noFill/>
            </a:ln>
          </p:spPr>
        </p:pic>
      </p:grpSp>
      <p:grpSp>
        <p:nvGrpSpPr>
          <p:cNvPr id="241" name="Google Shape;175;p8"/>
          <p:cNvGrpSpPr/>
          <p:nvPr/>
        </p:nvGrpSpPr>
        <p:grpSpPr>
          <a:xfrm>
            <a:off x="7748280" y="-749520"/>
            <a:ext cx="1962720" cy="2057040"/>
            <a:chOff x="7748280" y="-749520"/>
            <a:chExt cx="1962720" cy="2057040"/>
          </a:xfrm>
        </p:grpSpPr>
        <p:pic>
          <p:nvPicPr>
            <p:cNvPr id="242" name="Google Shape;176;p8" descr=""/>
            <p:cNvPicPr/>
            <p:nvPr/>
          </p:nvPicPr>
          <p:blipFill>
            <a:blip r:embed="rId6">
              <a:alphaModFix amt="50000"/>
            </a:blip>
            <a:stretch/>
          </p:blipFill>
          <p:spPr>
            <a:xfrm rot="16200000">
              <a:off x="7726320" y="-727560"/>
              <a:ext cx="2006640" cy="1962720"/>
            </a:xfrm>
            <a:prstGeom prst="rect">
              <a:avLst/>
            </a:prstGeom>
            <a:noFill/>
            <a:ln w="0">
              <a:noFill/>
            </a:ln>
          </p:spPr>
        </p:pic>
        <p:grpSp>
          <p:nvGrpSpPr>
            <p:cNvPr id="243" name="Google Shape;177;p8"/>
            <p:cNvGrpSpPr/>
            <p:nvPr/>
          </p:nvGrpSpPr>
          <p:grpSpPr>
            <a:xfrm>
              <a:off x="8696880" y="990720"/>
              <a:ext cx="344160" cy="316800"/>
              <a:chOff x="8696880" y="990720"/>
              <a:chExt cx="344160" cy="316800"/>
            </a:xfrm>
          </p:grpSpPr>
          <p:sp>
            <p:nvSpPr>
              <p:cNvPr id="244" name="Google Shape;178;p8"/>
              <p:cNvSpPr/>
              <p:nvPr/>
            </p:nvSpPr>
            <p:spPr>
              <a:xfrm>
                <a:off x="8811720" y="10447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179;p8"/>
              <p:cNvSpPr/>
              <p:nvPr/>
            </p:nvSpPr>
            <p:spPr>
              <a:xfrm>
                <a:off x="8696880" y="122940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180;p8"/>
              <p:cNvSpPr/>
              <p:nvPr/>
            </p:nvSpPr>
            <p:spPr>
              <a:xfrm>
                <a:off x="8730360" y="9907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7" name="Google Shape;181;p8"/>
              <p:cNvSpPr/>
              <p:nvPr/>
            </p:nvSpPr>
            <p:spPr>
              <a:xfrm>
                <a:off x="8754840" y="119664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48" name="Google Shape;182;p8"/>
            <p:cNvGrpSpPr/>
            <p:nvPr/>
          </p:nvGrpSpPr>
          <p:grpSpPr>
            <a:xfrm>
              <a:off x="8691120" y="332640"/>
              <a:ext cx="355680" cy="356760"/>
              <a:chOff x="8691120" y="332640"/>
              <a:chExt cx="355680" cy="356760"/>
            </a:xfrm>
          </p:grpSpPr>
          <p:sp>
            <p:nvSpPr>
              <p:cNvPr id="249" name="Google Shape;183;p8"/>
              <p:cNvSpPr/>
              <p:nvPr/>
            </p:nvSpPr>
            <p:spPr>
              <a:xfrm>
                <a:off x="8768880" y="54252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0" name="Google Shape;184;p8"/>
              <p:cNvSpPr/>
              <p:nvPr/>
            </p:nvSpPr>
            <p:spPr>
              <a:xfrm>
                <a:off x="8900640" y="5436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1" name="Google Shape;185;p8"/>
              <p:cNvSpPr/>
              <p:nvPr/>
            </p:nvSpPr>
            <p:spPr>
              <a:xfrm>
                <a:off x="8768880" y="4114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2" name="Google Shape;186;p8"/>
              <p:cNvSpPr/>
              <p:nvPr/>
            </p:nvSpPr>
            <p:spPr>
              <a:xfrm>
                <a:off x="8899200" y="4114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3" name="Google Shape;187;p8"/>
              <p:cNvSpPr/>
              <p:nvPr/>
            </p:nvSpPr>
            <p:spPr>
              <a:xfrm>
                <a:off x="8850240" y="4946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4" name="Google Shape;188;p8"/>
              <p:cNvSpPr/>
              <p:nvPr/>
            </p:nvSpPr>
            <p:spPr>
              <a:xfrm>
                <a:off x="8763120" y="4068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5" name="Google Shape;189;p8"/>
              <p:cNvSpPr/>
              <p:nvPr/>
            </p:nvSpPr>
            <p:spPr>
              <a:xfrm>
                <a:off x="8691120" y="3326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6" name="Google Shape;190;p8"/>
            <p:cNvGrpSpPr/>
            <p:nvPr/>
          </p:nvGrpSpPr>
          <p:grpSpPr>
            <a:xfrm>
              <a:off x="8134560" y="650880"/>
              <a:ext cx="354240" cy="366120"/>
              <a:chOff x="8134560" y="650880"/>
              <a:chExt cx="354240" cy="366120"/>
            </a:xfrm>
          </p:grpSpPr>
          <p:sp>
            <p:nvSpPr>
              <p:cNvPr id="257" name="Google Shape;191;p8"/>
              <p:cNvSpPr/>
              <p:nvPr/>
            </p:nvSpPr>
            <p:spPr>
              <a:xfrm>
                <a:off x="8134560" y="6508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8" name="Google Shape;192;p8"/>
              <p:cNvSpPr/>
              <p:nvPr/>
            </p:nvSpPr>
            <p:spPr>
              <a:xfrm>
                <a:off x="8382960" y="9712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9" name="Google Shape;193;p8"/>
              <p:cNvSpPr/>
              <p:nvPr/>
            </p:nvSpPr>
            <p:spPr>
              <a:xfrm>
                <a:off x="8326440" y="9000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60" name="PlaceHolder 1"/>
          <p:cNvSpPr>
            <a:spLocks noGrp="1"/>
          </p:cNvSpPr>
          <p:nvPr>
            <p:ph type="title"/>
          </p:nvPr>
        </p:nvSpPr>
        <p:spPr>
          <a:xfrm>
            <a:off x="2318040" y="1307160"/>
            <a:ext cx="4507560" cy="2528640"/>
          </a:xfrm>
          <a:prstGeom prst="rect">
            <a:avLst/>
          </a:prstGeom>
          <a:noFill/>
          <a:ln w="0">
            <a:noFill/>
          </a:ln>
        </p:spPr>
        <p:txBody>
          <a:bodyPr lIns="91440" rIns="91440" tIns="91440" bIns="91440" anchor="ctr">
            <a:noAutofit/>
          </a:bodyPr>
          <a:p>
            <a:pPr indent="0">
              <a:lnSpc>
                <a:spcPct val="100000"/>
              </a:lnSpc>
              <a:buNone/>
              <a:tabLst>
                <a:tab algn="l" pos="0"/>
              </a:tabLst>
            </a:pPr>
            <a:r>
              <a:rPr b="0" lang="fr-FR" sz="6000" strike="noStrike" u="none">
                <a:solidFill>
                  <a:schemeClr val="dk1"/>
                </a:solidFill>
                <a:effectLst/>
                <a:uFillTx/>
                <a:latin typeface="Arial"/>
              </a:rPr>
              <a:t>Click to edit the title text format</a:t>
            </a:r>
            <a:endParaRPr b="0" lang="en-US" sz="6000" strike="noStrike" u="none">
              <a:solidFill>
                <a:srgbClr val="ffffff"/>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2"/>
        </a:solidFill>
      </p:bgPr>
    </p:bg>
    <p:spTree>
      <p:nvGrpSpPr>
        <p:cNvPr id="1" name=""/>
        <p:cNvGrpSpPr/>
        <p:nvPr/>
      </p:nvGrpSpPr>
      <p:grpSpPr>
        <a:xfrm>
          <a:off x="0" y="0"/>
          <a:ext cx="0" cy="0"/>
          <a:chOff x="0" y="0"/>
          <a:chExt cx="0" cy="0"/>
        </a:xfrm>
      </p:grpSpPr>
      <p:pic>
        <p:nvPicPr>
          <p:cNvPr id="261" name="Google Shape;196;p9" descr=""/>
          <p:cNvPicPr/>
          <p:nvPr/>
        </p:nvPicPr>
        <p:blipFill>
          <a:blip r:embed="rId2"/>
          <a:srcRect l="0" t="1844" r="1844" b="0"/>
          <a:stretch/>
        </p:blipFill>
        <p:spPr>
          <a:xfrm>
            <a:off x="0" y="0"/>
            <a:ext cx="9143280" cy="5142960"/>
          </a:xfrm>
          <a:prstGeom prst="rect">
            <a:avLst/>
          </a:prstGeom>
          <a:noFill/>
          <a:ln w="0">
            <a:noFill/>
          </a:ln>
        </p:spPr>
      </p:pic>
      <p:pic>
        <p:nvPicPr>
          <p:cNvPr id="262" name="Google Shape;197;p9" descr=""/>
          <p:cNvPicPr/>
          <p:nvPr/>
        </p:nvPicPr>
        <p:blipFill>
          <a:blip r:embed="rId3">
            <a:alphaModFix amt="60000"/>
          </a:blip>
          <a:srcRect l="0" t="0" r="0" b="1681"/>
          <a:stretch/>
        </p:blipFill>
        <p:spPr>
          <a:xfrm>
            <a:off x="0" y="0"/>
            <a:ext cx="2740320" cy="5142960"/>
          </a:xfrm>
          <a:prstGeom prst="rect">
            <a:avLst/>
          </a:prstGeom>
          <a:noFill/>
          <a:ln w="0">
            <a:noFill/>
          </a:ln>
        </p:spPr>
      </p:pic>
      <p:grpSp>
        <p:nvGrpSpPr>
          <p:cNvPr id="263" name="Google Shape;198;p9"/>
          <p:cNvGrpSpPr/>
          <p:nvPr/>
        </p:nvGrpSpPr>
        <p:grpSpPr>
          <a:xfrm>
            <a:off x="-440640" y="-271440"/>
            <a:ext cx="9706680" cy="5878440"/>
            <a:chOff x="-440640" y="-271440"/>
            <a:chExt cx="9706680" cy="5878440"/>
          </a:xfrm>
        </p:grpSpPr>
        <p:grpSp>
          <p:nvGrpSpPr>
            <p:cNvPr id="264" name="Google Shape;199;p9"/>
            <p:cNvGrpSpPr/>
            <p:nvPr/>
          </p:nvGrpSpPr>
          <p:grpSpPr>
            <a:xfrm>
              <a:off x="7303320" y="3600360"/>
              <a:ext cx="1962720" cy="2006640"/>
              <a:chOff x="7303320" y="3600360"/>
              <a:chExt cx="1962720" cy="2006640"/>
            </a:xfrm>
          </p:grpSpPr>
          <p:pic>
            <p:nvPicPr>
              <p:cNvPr id="265" name="Google Shape;200;p9" descr=""/>
              <p:cNvPicPr/>
              <p:nvPr/>
            </p:nvPicPr>
            <p:blipFill>
              <a:blip r:embed="rId4">
                <a:alphaModFix amt="50000"/>
              </a:blip>
              <a:stretch/>
            </p:blipFill>
            <p:spPr>
              <a:xfrm rot="5400000">
                <a:off x="7281360" y="3622320"/>
                <a:ext cx="2006640" cy="1962720"/>
              </a:xfrm>
              <a:prstGeom prst="rect">
                <a:avLst/>
              </a:prstGeom>
              <a:noFill/>
              <a:ln w="0">
                <a:noFill/>
              </a:ln>
            </p:spPr>
          </p:pic>
          <p:grpSp>
            <p:nvGrpSpPr>
              <p:cNvPr id="266" name="Google Shape;201;p9"/>
              <p:cNvGrpSpPr/>
              <p:nvPr/>
            </p:nvGrpSpPr>
            <p:grpSpPr>
              <a:xfrm>
                <a:off x="8547840" y="4489920"/>
                <a:ext cx="326520" cy="317880"/>
                <a:chOff x="8547840" y="4489920"/>
                <a:chExt cx="326520" cy="317880"/>
              </a:xfrm>
            </p:grpSpPr>
            <p:sp>
              <p:nvSpPr>
                <p:cNvPr id="267" name="Google Shape;202;p9"/>
                <p:cNvSpPr/>
                <p:nvPr/>
              </p:nvSpPr>
              <p:spPr>
                <a:xfrm>
                  <a:off x="8674200" y="478656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8" name="Google Shape;203;p9"/>
                <p:cNvSpPr/>
                <p:nvPr/>
              </p:nvSpPr>
              <p:spPr>
                <a:xfrm>
                  <a:off x="8547840" y="460836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9" name="Google Shape;204;p9"/>
                <p:cNvSpPr/>
                <p:nvPr/>
              </p:nvSpPr>
              <p:spPr>
                <a:xfrm>
                  <a:off x="8685720" y="474264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0" name="Google Shape;205;p9"/>
                <p:cNvSpPr/>
                <p:nvPr/>
              </p:nvSpPr>
              <p:spPr>
                <a:xfrm>
                  <a:off x="8572680" y="448992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1" name="Google Shape;206;p9"/>
                <p:cNvSpPr/>
                <p:nvPr/>
              </p:nvSpPr>
              <p:spPr>
                <a:xfrm>
                  <a:off x="8701560" y="470016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2" name="Google Shape;207;p9"/>
                <p:cNvSpPr/>
                <p:nvPr/>
              </p:nvSpPr>
              <p:spPr>
                <a:xfrm>
                  <a:off x="8717040" y="465732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3" name="Google Shape;208;p9"/>
                <p:cNvSpPr/>
                <p:nvPr/>
              </p:nvSpPr>
              <p:spPr>
                <a:xfrm>
                  <a:off x="8746200" y="456552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4" name="Google Shape;209;p9"/>
                <p:cNvSpPr/>
                <p:nvPr/>
              </p:nvSpPr>
              <p:spPr>
                <a:xfrm>
                  <a:off x="8783640" y="454464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5" name="Google Shape;210;p9"/>
                <p:cNvSpPr/>
                <p:nvPr/>
              </p:nvSpPr>
              <p:spPr>
                <a:xfrm>
                  <a:off x="8821080" y="451584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76" name="Google Shape;211;p9"/>
              <p:cNvGrpSpPr/>
              <p:nvPr/>
            </p:nvGrpSpPr>
            <p:grpSpPr>
              <a:xfrm>
                <a:off x="8591040" y="5153400"/>
                <a:ext cx="267840" cy="268200"/>
                <a:chOff x="8591040" y="5153400"/>
                <a:chExt cx="267840" cy="268200"/>
              </a:xfrm>
            </p:grpSpPr>
            <p:sp>
              <p:nvSpPr>
                <p:cNvPr id="277" name="Google Shape;212;p9"/>
                <p:cNvSpPr/>
                <p:nvPr/>
              </p:nvSpPr>
              <p:spPr>
                <a:xfrm>
                  <a:off x="8649720" y="5311440"/>
                  <a:ext cx="51120" cy="51120"/>
                </a:xfrm>
                <a:custGeom>
                  <a:avLst/>
                  <a:gdLst>
                    <a:gd name="textAreaLeft" fmla="*/ 0 w 51120"/>
                    <a:gd name="textAreaRight" fmla="*/ 51840 w 51120"/>
                    <a:gd name="textAreaTop" fmla="*/ 0 h 51120"/>
                    <a:gd name="textAreaBottom" fmla="*/ 51840 h 5112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8" name="Google Shape;213;p9"/>
                <p:cNvSpPr/>
                <p:nvPr/>
              </p:nvSpPr>
              <p:spPr>
                <a:xfrm>
                  <a:off x="8748720" y="5312160"/>
                  <a:ext cx="50400" cy="50400"/>
                </a:xfrm>
                <a:custGeom>
                  <a:avLst/>
                  <a:gdLst>
                    <a:gd name="textAreaLeft" fmla="*/ 0 w 50400"/>
                    <a:gd name="textAreaRight" fmla="*/ 51120 w 50400"/>
                    <a:gd name="textAreaTop" fmla="*/ 0 h 50400"/>
                    <a:gd name="textAreaBottom" fmla="*/ 51120 h 5040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79" name="Google Shape;214;p9"/>
                <p:cNvSpPr/>
                <p:nvPr/>
              </p:nvSpPr>
              <p:spPr>
                <a:xfrm>
                  <a:off x="8649720" y="5212800"/>
                  <a:ext cx="50040" cy="50400"/>
                </a:xfrm>
                <a:custGeom>
                  <a:avLst/>
                  <a:gdLst>
                    <a:gd name="textAreaLeft" fmla="*/ 0 w 50040"/>
                    <a:gd name="textAreaRight" fmla="*/ 50760 w 50040"/>
                    <a:gd name="textAreaTop" fmla="*/ 0 h 50400"/>
                    <a:gd name="textAreaBottom" fmla="*/ 51120 h 5040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0" name="Google Shape;215;p9"/>
                <p:cNvSpPr/>
                <p:nvPr/>
              </p:nvSpPr>
              <p:spPr>
                <a:xfrm>
                  <a:off x="8747640" y="5212800"/>
                  <a:ext cx="51480" cy="51480"/>
                </a:xfrm>
                <a:custGeom>
                  <a:avLst/>
                  <a:gdLst>
                    <a:gd name="textAreaLeft" fmla="*/ 0 w 51480"/>
                    <a:gd name="textAreaRight" fmla="*/ 52200 w 51480"/>
                    <a:gd name="textAreaTop" fmla="*/ 0 h 51480"/>
                    <a:gd name="textAreaBottom" fmla="*/ 52200 h 5148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1" name="Google Shape;216;p9"/>
                <p:cNvSpPr/>
                <p:nvPr/>
              </p:nvSpPr>
              <p:spPr>
                <a:xfrm>
                  <a:off x="8710920" y="5275440"/>
                  <a:ext cx="26640" cy="26280"/>
                </a:xfrm>
                <a:custGeom>
                  <a:avLst/>
                  <a:gdLst>
                    <a:gd name="textAreaLeft" fmla="*/ 0 w 26640"/>
                    <a:gd name="textAreaRight" fmla="*/ 27360 w 26640"/>
                    <a:gd name="textAreaTop" fmla="*/ 0 h 26280"/>
                    <a:gd name="textAreaBottom" fmla="*/ 27000 h 26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3320" bIns="133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2" name="Google Shape;217;p9"/>
                <p:cNvSpPr/>
                <p:nvPr/>
              </p:nvSpPr>
              <p:spPr>
                <a:xfrm>
                  <a:off x="8645400" y="5209200"/>
                  <a:ext cx="157320" cy="157320"/>
                </a:xfrm>
                <a:custGeom>
                  <a:avLst/>
                  <a:gdLst>
                    <a:gd name="textAreaLeft" fmla="*/ 0 w 157320"/>
                    <a:gd name="textAreaRight" fmla="*/ 158040 w 157320"/>
                    <a:gd name="textAreaTop" fmla="*/ 0 h 157320"/>
                    <a:gd name="textAreaBottom" fmla="*/ 158040 h 1573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3" name="Google Shape;218;p9"/>
                <p:cNvSpPr/>
                <p:nvPr/>
              </p:nvSpPr>
              <p:spPr>
                <a:xfrm>
                  <a:off x="8591040" y="5153400"/>
                  <a:ext cx="267840" cy="268200"/>
                </a:xfrm>
                <a:custGeom>
                  <a:avLst/>
                  <a:gdLst>
                    <a:gd name="textAreaLeft" fmla="*/ 0 w 267840"/>
                    <a:gd name="textAreaRight" fmla="*/ 268560 w 267840"/>
                    <a:gd name="textAreaTop" fmla="*/ 0 h 268200"/>
                    <a:gd name="textAreaBottom" fmla="*/ 268920 h 26820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84" name="Google Shape;219;p9"/>
              <p:cNvGrpSpPr/>
              <p:nvPr/>
            </p:nvGrpSpPr>
            <p:grpSpPr>
              <a:xfrm>
                <a:off x="7951680" y="4758120"/>
                <a:ext cx="398880" cy="412200"/>
                <a:chOff x="7951680" y="4758120"/>
                <a:chExt cx="398880" cy="412200"/>
              </a:xfrm>
            </p:grpSpPr>
            <p:sp>
              <p:nvSpPr>
                <p:cNvPr id="285" name="Google Shape;220;p9"/>
                <p:cNvSpPr/>
                <p:nvPr/>
              </p:nvSpPr>
              <p:spPr>
                <a:xfrm>
                  <a:off x="7951680" y="4758120"/>
                  <a:ext cx="398880" cy="260640"/>
                </a:xfrm>
                <a:custGeom>
                  <a:avLst/>
                  <a:gdLst>
                    <a:gd name="textAreaLeft" fmla="*/ 0 w 398880"/>
                    <a:gd name="textAreaRight" fmla="*/ 399600 w 398880"/>
                    <a:gd name="textAreaTop" fmla="*/ 0 h 260640"/>
                    <a:gd name="textAreaBottom" fmla="*/ 261360 h 26064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6" name="Google Shape;221;p9"/>
                <p:cNvSpPr/>
                <p:nvPr/>
              </p:nvSpPr>
              <p:spPr>
                <a:xfrm>
                  <a:off x="8230680" y="5118840"/>
                  <a:ext cx="49320" cy="51480"/>
                </a:xfrm>
                <a:custGeom>
                  <a:avLst/>
                  <a:gdLst>
                    <a:gd name="textAreaLeft" fmla="*/ 0 w 49320"/>
                    <a:gd name="textAreaRight" fmla="*/ 50040 w 49320"/>
                    <a:gd name="textAreaTop" fmla="*/ 0 h 51480"/>
                    <a:gd name="textAreaBottom" fmla="*/ 52200 h 514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87" name="Google Shape;222;p9"/>
                <p:cNvSpPr/>
                <p:nvPr/>
              </p:nvSpPr>
              <p:spPr>
                <a:xfrm>
                  <a:off x="8167320" y="5038920"/>
                  <a:ext cx="151920" cy="54360"/>
                </a:xfrm>
                <a:custGeom>
                  <a:avLst/>
                  <a:gdLst>
                    <a:gd name="textAreaLeft" fmla="*/ 0 w 151920"/>
                    <a:gd name="textAreaRight" fmla="*/ 152640 w 151920"/>
                    <a:gd name="textAreaTop" fmla="*/ 0 h 54360"/>
                    <a:gd name="textAreaBottom" fmla="*/ 55080 h 5436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88" name="Google Shape;223;p9"/>
            <p:cNvGrpSpPr/>
            <p:nvPr/>
          </p:nvGrpSpPr>
          <p:grpSpPr>
            <a:xfrm>
              <a:off x="-440640" y="-271440"/>
              <a:ext cx="2006640" cy="1962720"/>
              <a:chOff x="-440640" y="-271440"/>
              <a:chExt cx="2006640" cy="1962720"/>
            </a:xfrm>
          </p:grpSpPr>
          <p:pic>
            <p:nvPicPr>
              <p:cNvPr id="289" name="Google Shape;224;p9" descr=""/>
              <p:cNvPicPr/>
              <p:nvPr/>
            </p:nvPicPr>
            <p:blipFill>
              <a:blip r:embed="rId5">
                <a:alphaModFix amt="50000"/>
              </a:blip>
              <a:stretch/>
            </p:blipFill>
            <p:spPr>
              <a:xfrm>
                <a:off x="-440640" y="-271440"/>
                <a:ext cx="2006640" cy="1962720"/>
              </a:xfrm>
              <a:prstGeom prst="rect">
                <a:avLst/>
              </a:prstGeom>
              <a:noFill/>
              <a:ln w="0">
                <a:noFill/>
              </a:ln>
            </p:spPr>
          </p:pic>
          <p:grpSp>
            <p:nvGrpSpPr>
              <p:cNvPr id="290" name="Google Shape;225;p9"/>
              <p:cNvGrpSpPr/>
              <p:nvPr/>
            </p:nvGrpSpPr>
            <p:grpSpPr>
              <a:xfrm>
                <a:off x="-183240" y="109440"/>
                <a:ext cx="344160" cy="316800"/>
                <a:chOff x="-183240" y="109440"/>
                <a:chExt cx="344160" cy="316800"/>
              </a:xfrm>
            </p:grpSpPr>
            <p:sp>
              <p:nvSpPr>
                <p:cNvPr id="291" name="Google Shape;226;p9"/>
                <p:cNvSpPr/>
                <p:nvPr/>
              </p:nvSpPr>
              <p:spPr>
                <a:xfrm>
                  <a:off x="-68400" y="16344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2" name="Google Shape;227;p9"/>
                <p:cNvSpPr/>
                <p:nvPr/>
              </p:nvSpPr>
              <p:spPr>
                <a:xfrm>
                  <a:off x="-183240" y="34812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3" name="Google Shape;228;p9"/>
                <p:cNvSpPr/>
                <p:nvPr/>
              </p:nvSpPr>
              <p:spPr>
                <a:xfrm>
                  <a:off x="-149760" y="10944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4" name="Google Shape;229;p9"/>
                <p:cNvSpPr/>
                <p:nvPr/>
              </p:nvSpPr>
              <p:spPr>
                <a:xfrm>
                  <a:off x="-125280" y="3153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5" name="Google Shape;230;p9"/>
              <p:cNvGrpSpPr/>
              <p:nvPr/>
            </p:nvGrpSpPr>
            <p:grpSpPr>
              <a:xfrm>
                <a:off x="454680" y="110880"/>
                <a:ext cx="313920" cy="314280"/>
                <a:chOff x="454680" y="110880"/>
                <a:chExt cx="313920" cy="314280"/>
              </a:xfrm>
            </p:grpSpPr>
            <p:sp>
              <p:nvSpPr>
                <p:cNvPr id="296" name="Google Shape;231;p9"/>
                <p:cNvSpPr/>
                <p:nvPr/>
              </p:nvSpPr>
              <p:spPr>
                <a:xfrm>
                  <a:off x="493920" y="1407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97" name="Google Shape;232;p9"/>
                <p:cNvSpPr/>
                <p:nvPr/>
              </p:nvSpPr>
              <p:spPr>
                <a:xfrm>
                  <a:off x="454680" y="1108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98" name="Google Shape;233;p9"/>
              <p:cNvGrpSpPr/>
              <p:nvPr/>
            </p:nvGrpSpPr>
            <p:grpSpPr>
              <a:xfrm>
                <a:off x="90360" y="632880"/>
                <a:ext cx="405000" cy="404640"/>
                <a:chOff x="90360" y="632880"/>
                <a:chExt cx="405000" cy="404640"/>
              </a:xfrm>
            </p:grpSpPr>
            <p:sp>
              <p:nvSpPr>
                <p:cNvPr id="299" name="Google Shape;234;p9"/>
                <p:cNvSpPr/>
                <p:nvPr/>
              </p:nvSpPr>
              <p:spPr>
                <a:xfrm>
                  <a:off x="192960" y="63288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0" name="Google Shape;235;p9"/>
                <p:cNvSpPr/>
                <p:nvPr/>
              </p:nvSpPr>
              <p:spPr>
                <a:xfrm>
                  <a:off x="282960" y="72540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1" name="Google Shape;236;p9"/>
                <p:cNvSpPr/>
                <p:nvPr/>
              </p:nvSpPr>
              <p:spPr>
                <a:xfrm>
                  <a:off x="251280" y="86040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2" name="Google Shape;237;p9"/>
                <p:cNvSpPr/>
                <p:nvPr/>
              </p:nvSpPr>
              <p:spPr>
                <a:xfrm>
                  <a:off x="90360" y="82008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3" name="Google Shape;238;p9"/>
                <p:cNvSpPr/>
                <p:nvPr/>
              </p:nvSpPr>
              <p:spPr>
                <a:xfrm>
                  <a:off x="331920" y="81612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grpSp>
        <p:nvGrpSpPr>
          <p:cNvPr id="304" name="Google Shape;239;p9"/>
          <p:cNvGrpSpPr/>
          <p:nvPr/>
        </p:nvGrpSpPr>
        <p:grpSpPr>
          <a:xfrm>
            <a:off x="-1879920" y="-2238120"/>
            <a:ext cx="12745080" cy="9193320"/>
            <a:chOff x="-1879920" y="-2238120"/>
            <a:chExt cx="12745080" cy="9193320"/>
          </a:xfrm>
        </p:grpSpPr>
        <p:pic>
          <p:nvPicPr>
            <p:cNvPr id="305" name="Google Shape;240;p9" descr=""/>
            <p:cNvPicPr/>
            <p:nvPr/>
          </p:nvPicPr>
          <p:blipFill>
            <a:blip r:embed="rId6">
              <a:alphaModFix amt="50000"/>
            </a:blip>
            <a:stretch/>
          </p:blipFill>
          <p:spPr>
            <a:xfrm rot="17422200">
              <a:off x="6854400" y="-1707120"/>
              <a:ext cx="3541320" cy="3464280"/>
            </a:xfrm>
            <a:prstGeom prst="rect">
              <a:avLst/>
            </a:prstGeom>
            <a:noFill/>
            <a:ln w="0">
              <a:noFill/>
            </a:ln>
          </p:spPr>
        </p:pic>
        <p:pic>
          <p:nvPicPr>
            <p:cNvPr id="306" name="Google Shape;241;p9" descr=""/>
            <p:cNvPicPr/>
            <p:nvPr/>
          </p:nvPicPr>
          <p:blipFill>
            <a:blip r:embed="rId7">
              <a:alphaModFix amt="50000"/>
            </a:blip>
            <a:stretch/>
          </p:blipFill>
          <p:spPr>
            <a:xfrm rot="15480600">
              <a:off x="-1587960" y="3130920"/>
              <a:ext cx="3541320" cy="3464280"/>
            </a:xfrm>
            <a:prstGeom prst="rect">
              <a:avLst/>
            </a:prstGeom>
            <a:noFill/>
            <a:ln w="0">
              <a:noFill/>
            </a:ln>
          </p:spPr>
        </p:pic>
      </p:grpSp>
      <p:sp>
        <p:nvSpPr>
          <p:cNvPr id="307" name="PlaceHolder 1"/>
          <p:cNvSpPr>
            <a:spLocks noGrp="1"/>
          </p:cNvSpPr>
          <p:nvPr>
            <p:ph type="title"/>
          </p:nvPr>
        </p:nvSpPr>
        <p:spPr>
          <a:xfrm>
            <a:off x="2135520" y="1189080"/>
            <a:ext cx="4872240" cy="1963800"/>
          </a:xfrm>
          <a:prstGeom prst="rect">
            <a:avLst/>
          </a:prstGeom>
          <a:noFill/>
          <a:ln w="0">
            <a:noFill/>
          </a:ln>
        </p:spPr>
        <p:txBody>
          <a:bodyPr lIns="91440" rIns="91440" tIns="91440" bIns="91440" anchor="b">
            <a:noAutofit/>
          </a:bodyPr>
          <a:p>
            <a:pPr indent="0">
              <a:lnSpc>
                <a:spcPct val="100000"/>
              </a:lnSpc>
              <a:buNone/>
              <a:tabLst>
                <a:tab algn="l" pos="0"/>
              </a:tabLst>
            </a:pPr>
            <a:r>
              <a:rPr b="0" lang="fr-FR" sz="6000" strike="noStrike" u="none">
                <a:solidFill>
                  <a:schemeClr val="dk1"/>
                </a:solidFill>
                <a:effectLst/>
                <a:uFillTx/>
                <a:latin typeface="Arial"/>
              </a:rPr>
              <a:t>Click to edit the title text format</a:t>
            </a:r>
            <a:endParaRPr b="0" lang="en-US" sz="6000" strike="noStrike" u="none">
              <a:solidFill>
                <a:srgbClr val="ffffff"/>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2"/>
        </a:solidFill>
      </p:bgPr>
    </p:bg>
    <p:spTree>
      <p:nvGrpSpPr>
        <p:cNvPr id="1" name=""/>
        <p:cNvGrpSpPr/>
        <p:nvPr/>
      </p:nvGrpSpPr>
      <p:grpSpPr>
        <a:xfrm>
          <a:off x="0" y="0"/>
          <a:ext cx="0" cy="0"/>
          <a:chOff x="0" y="0"/>
          <a:chExt cx="0" cy="0"/>
        </a:xfrm>
      </p:grpSpPr>
      <p:pic>
        <p:nvPicPr>
          <p:cNvPr id="317" name="Google Shape;248;p11" descr=""/>
          <p:cNvPicPr/>
          <p:nvPr/>
        </p:nvPicPr>
        <p:blipFill>
          <a:blip r:embed="rId2"/>
          <a:srcRect l="0" t="1844" r="1844" b="0"/>
          <a:stretch/>
        </p:blipFill>
        <p:spPr>
          <a:xfrm>
            <a:off x="0" y="0"/>
            <a:ext cx="9143280" cy="5142960"/>
          </a:xfrm>
          <a:prstGeom prst="rect">
            <a:avLst/>
          </a:prstGeom>
          <a:noFill/>
          <a:ln w="0">
            <a:noFill/>
          </a:ln>
        </p:spPr>
      </p:pic>
      <p:pic>
        <p:nvPicPr>
          <p:cNvPr id="318" name="Google Shape;249;p11" descr=""/>
          <p:cNvPicPr/>
          <p:nvPr/>
        </p:nvPicPr>
        <p:blipFill>
          <a:blip r:embed="rId3">
            <a:alphaModFix amt="60000"/>
          </a:blip>
          <a:srcRect l="0" t="0" r="0" b="1681"/>
          <a:stretch/>
        </p:blipFill>
        <p:spPr>
          <a:xfrm flipH="1">
            <a:off x="6403680" y="0"/>
            <a:ext cx="2740320" cy="5142960"/>
          </a:xfrm>
          <a:prstGeom prst="rect">
            <a:avLst/>
          </a:prstGeom>
          <a:noFill/>
          <a:ln w="0">
            <a:noFill/>
          </a:ln>
        </p:spPr>
      </p:pic>
      <p:grpSp>
        <p:nvGrpSpPr>
          <p:cNvPr id="319" name="Google Shape;250;p11"/>
          <p:cNvGrpSpPr/>
          <p:nvPr/>
        </p:nvGrpSpPr>
        <p:grpSpPr>
          <a:xfrm>
            <a:off x="-1879560" y="-2238120"/>
            <a:ext cx="12744720" cy="9192960"/>
            <a:chOff x="-1879560" y="-2238120"/>
            <a:chExt cx="12744720" cy="9192960"/>
          </a:xfrm>
        </p:grpSpPr>
        <p:pic>
          <p:nvPicPr>
            <p:cNvPr id="320" name="Google Shape;251;p11" descr=""/>
            <p:cNvPicPr/>
            <p:nvPr/>
          </p:nvPicPr>
          <p:blipFill>
            <a:blip r:embed="rId4">
              <a:alphaModFix amt="50000"/>
            </a:blip>
            <a:stretch/>
          </p:blipFill>
          <p:spPr>
            <a:xfrm rot="6622200">
              <a:off x="-1410120" y="2959560"/>
              <a:ext cx="3541320" cy="3464280"/>
            </a:xfrm>
            <a:prstGeom prst="rect">
              <a:avLst/>
            </a:prstGeom>
            <a:noFill/>
            <a:ln w="0">
              <a:noFill/>
            </a:ln>
          </p:spPr>
        </p:pic>
        <p:pic>
          <p:nvPicPr>
            <p:cNvPr id="321" name="Google Shape;252;p11" descr=""/>
            <p:cNvPicPr/>
            <p:nvPr/>
          </p:nvPicPr>
          <p:blipFill>
            <a:blip r:embed="rId5">
              <a:alphaModFix amt="50000"/>
            </a:blip>
            <a:stretch/>
          </p:blipFill>
          <p:spPr>
            <a:xfrm rot="4680600">
              <a:off x="7031880" y="-1878120"/>
              <a:ext cx="3541320" cy="3464280"/>
            </a:xfrm>
            <a:prstGeom prst="rect">
              <a:avLst/>
            </a:prstGeom>
            <a:noFill/>
            <a:ln w="0">
              <a:noFill/>
            </a:ln>
          </p:spPr>
        </p:pic>
      </p:grpSp>
      <p:grpSp>
        <p:nvGrpSpPr>
          <p:cNvPr id="322" name="Google Shape;253;p11"/>
          <p:cNvGrpSpPr/>
          <p:nvPr/>
        </p:nvGrpSpPr>
        <p:grpSpPr>
          <a:xfrm>
            <a:off x="-440640" y="-271440"/>
            <a:ext cx="9706680" cy="5878440"/>
            <a:chOff x="-440640" y="-271440"/>
            <a:chExt cx="9706680" cy="5878440"/>
          </a:xfrm>
        </p:grpSpPr>
        <p:grpSp>
          <p:nvGrpSpPr>
            <p:cNvPr id="323" name="Google Shape;254;p11"/>
            <p:cNvGrpSpPr/>
            <p:nvPr/>
          </p:nvGrpSpPr>
          <p:grpSpPr>
            <a:xfrm>
              <a:off x="7303320" y="3600360"/>
              <a:ext cx="1962720" cy="2006640"/>
              <a:chOff x="7303320" y="3600360"/>
              <a:chExt cx="1962720" cy="2006640"/>
            </a:xfrm>
          </p:grpSpPr>
          <p:pic>
            <p:nvPicPr>
              <p:cNvPr id="324" name="Google Shape;255;p11" descr=""/>
              <p:cNvPicPr/>
              <p:nvPr/>
            </p:nvPicPr>
            <p:blipFill>
              <a:blip r:embed="rId6">
                <a:alphaModFix amt="50000"/>
              </a:blip>
              <a:stretch/>
            </p:blipFill>
            <p:spPr>
              <a:xfrm rot="5400000">
                <a:off x="7281360" y="3622320"/>
                <a:ext cx="2006640" cy="1962720"/>
              </a:xfrm>
              <a:prstGeom prst="rect">
                <a:avLst/>
              </a:prstGeom>
              <a:noFill/>
              <a:ln w="0">
                <a:noFill/>
              </a:ln>
            </p:spPr>
          </p:pic>
          <p:grpSp>
            <p:nvGrpSpPr>
              <p:cNvPr id="325" name="Google Shape;256;p11"/>
              <p:cNvGrpSpPr/>
              <p:nvPr/>
            </p:nvGrpSpPr>
            <p:grpSpPr>
              <a:xfrm>
                <a:off x="8547840" y="4489920"/>
                <a:ext cx="326520" cy="317880"/>
                <a:chOff x="8547840" y="4489920"/>
                <a:chExt cx="326520" cy="317880"/>
              </a:xfrm>
            </p:grpSpPr>
            <p:sp>
              <p:nvSpPr>
                <p:cNvPr id="326" name="Google Shape;257;p11"/>
                <p:cNvSpPr/>
                <p:nvPr/>
              </p:nvSpPr>
              <p:spPr>
                <a:xfrm>
                  <a:off x="8674200" y="478656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7" name="Google Shape;258;p11"/>
                <p:cNvSpPr/>
                <p:nvPr/>
              </p:nvSpPr>
              <p:spPr>
                <a:xfrm>
                  <a:off x="8547840" y="460836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8" name="Google Shape;259;p11"/>
                <p:cNvSpPr/>
                <p:nvPr/>
              </p:nvSpPr>
              <p:spPr>
                <a:xfrm>
                  <a:off x="8685720" y="474264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9" name="Google Shape;260;p11"/>
                <p:cNvSpPr/>
                <p:nvPr/>
              </p:nvSpPr>
              <p:spPr>
                <a:xfrm>
                  <a:off x="8572680" y="448992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0" name="Google Shape;261;p11"/>
                <p:cNvSpPr/>
                <p:nvPr/>
              </p:nvSpPr>
              <p:spPr>
                <a:xfrm>
                  <a:off x="8701560" y="470016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1" name="Google Shape;262;p11"/>
                <p:cNvSpPr/>
                <p:nvPr/>
              </p:nvSpPr>
              <p:spPr>
                <a:xfrm>
                  <a:off x="8717040" y="465732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2" name="Google Shape;263;p11"/>
                <p:cNvSpPr/>
                <p:nvPr/>
              </p:nvSpPr>
              <p:spPr>
                <a:xfrm>
                  <a:off x="8746200" y="456552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3" name="Google Shape;264;p11"/>
                <p:cNvSpPr/>
                <p:nvPr/>
              </p:nvSpPr>
              <p:spPr>
                <a:xfrm>
                  <a:off x="8783640" y="454464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4" name="Google Shape;265;p11"/>
                <p:cNvSpPr/>
                <p:nvPr/>
              </p:nvSpPr>
              <p:spPr>
                <a:xfrm>
                  <a:off x="8821080" y="451584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5" name="Google Shape;266;p11"/>
              <p:cNvGrpSpPr/>
              <p:nvPr/>
            </p:nvGrpSpPr>
            <p:grpSpPr>
              <a:xfrm>
                <a:off x="8591040" y="5153400"/>
                <a:ext cx="267840" cy="268200"/>
                <a:chOff x="8591040" y="5153400"/>
                <a:chExt cx="267840" cy="268200"/>
              </a:xfrm>
            </p:grpSpPr>
            <p:sp>
              <p:nvSpPr>
                <p:cNvPr id="336" name="Google Shape;267;p11"/>
                <p:cNvSpPr/>
                <p:nvPr/>
              </p:nvSpPr>
              <p:spPr>
                <a:xfrm>
                  <a:off x="8649720" y="5311440"/>
                  <a:ext cx="51120" cy="51120"/>
                </a:xfrm>
                <a:custGeom>
                  <a:avLst/>
                  <a:gdLst>
                    <a:gd name="textAreaLeft" fmla="*/ 0 w 51120"/>
                    <a:gd name="textAreaRight" fmla="*/ 51840 w 51120"/>
                    <a:gd name="textAreaTop" fmla="*/ 0 h 51120"/>
                    <a:gd name="textAreaBottom" fmla="*/ 51840 h 5112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268;p11"/>
                <p:cNvSpPr/>
                <p:nvPr/>
              </p:nvSpPr>
              <p:spPr>
                <a:xfrm>
                  <a:off x="8748720" y="5312160"/>
                  <a:ext cx="50400" cy="50400"/>
                </a:xfrm>
                <a:custGeom>
                  <a:avLst/>
                  <a:gdLst>
                    <a:gd name="textAreaLeft" fmla="*/ 0 w 50400"/>
                    <a:gd name="textAreaRight" fmla="*/ 51120 w 50400"/>
                    <a:gd name="textAreaTop" fmla="*/ 0 h 50400"/>
                    <a:gd name="textAreaBottom" fmla="*/ 51120 h 5040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8" name="Google Shape;269;p11"/>
                <p:cNvSpPr/>
                <p:nvPr/>
              </p:nvSpPr>
              <p:spPr>
                <a:xfrm>
                  <a:off x="8649720" y="5212800"/>
                  <a:ext cx="50040" cy="50400"/>
                </a:xfrm>
                <a:custGeom>
                  <a:avLst/>
                  <a:gdLst>
                    <a:gd name="textAreaLeft" fmla="*/ 0 w 50040"/>
                    <a:gd name="textAreaRight" fmla="*/ 50760 w 50040"/>
                    <a:gd name="textAreaTop" fmla="*/ 0 h 50400"/>
                    <a:gd name="textAreaBottom" fmla="*/ 51120 h 5040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9" name="Google Shape;270;p11"/>
                <p:cNvSpPr/>
                <p:nvPr/>
              </p:nvSpPr>
              <p:spPr>
                <a:xfrm>
                  <a:off x="8747640" y="5212800"/>
                  <a:ext cx="51480" cy="51480"/>
                </a:xfrm>
                <a:custGeom>
                  <a:avLst/>
                  <a:gdLst>
                    <a:gd name="textAreaLeft" fmla="*/ 0 w 51480"/>
                    <a:gd name="textAreaRight" fmla="*/ 52200 w 51480"/>
                    <a:gd name="textAreaTop" fmla="*/ 0 h 51480"/>
                    <a:gd name="textAreaBottom" fmla="*/ 52200 h 5148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0" name="Google Shape;271;p11"/>
                <p:cNvSpPr/>
                <p:nvPr/>
              </p:nvSpPr>
              <p:spPr>
                <a:xfrm>
                  <a:off x="8710920" y="5275440"/>
                  <a:ext cx="26640" cy="26280"/>
                </a:xfrm>
                <a:custGeom>
                  <a:avLst/>
                  <a:gdLst>
                    <a:gd name="textAreaLeft" fmla="*/ 0 w 26640"/>
                    <a:gd name="textAreaRight" fmla="*/ 27360 w 26640"/>
                    <a:gd name="textAreaTop" fmla="*/ 0 h 26280"/>
                    <a:gd name="textAreaBottom" fmla="*/ 27000 h 26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3320" bIns="133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1" name="Google Shape;272;p11"/>
                <p:cNvSpPr/>
                <p:nvPr/>
              </p:nvSpPr>
              <p:spPr>
                <a:xfrm>
                  <a:off x="8645400" y="5209200"/>
                  <a:ext cx="157320" cy="157320"/>
                </a:xfrm>
                <a:custGeom>
                  <a:avLst/>
                  <a:gdLst>
                    <a:gd name="textAreaLeft" fmla="*/ 0 w 157320"/>
                    <a:gd name="textAreaRight" fmla="*/ 158040 w 157320"/>
                    <a:gd name="textAreaTop" fmla="*/ 0 h 157320"/>
                    <a:gd name="textAreaBottom" fmla="*/ 158040 h 1573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2" name="Google Shape;273;p11"/>
                <p:cNvSpPr/>
                <p:nvPr/>
              </p:nvSpPr>
              <p:spPr>
                <a:xfrm>
                  <a:off x="8591040" y="5153400"/>
                  <a:ext cx="267840" cy="268200"/>
                </a:xfrm>
                <a:custGeom>
                  <a:avLst/>
                  <a:gdLst>
                    <a:gd name="textAreaLeft" fmla="*/ 0 w 267840"/>
                    <a:gd name="textAreaRight" fmla="*/ 268560 w 267840"/>
                    <a:gd name="textAreaTop" fmla="*/ 0 h 268200"/>
                    <a:gd name="textAreaBottom" fmla="*/ 268920 h 26820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43" name="Google Shape;274;p11"/>
              <p:cNvGrpSpPr/>
              <p:nvPr/>
            </p:nvGrpSpPr>
            <p:grpSpPr>
              <a:xfrm>
                <a:off x="7951680" y="4758120"/>
                <a:ext cx="398880" cy="412200"/>
                <a:chOff x="7951680" y="4758120"/>
                <a:chExt cx="398880" cy="412200"/>
              </a:xfrm>
            </p:grpSpPr>
            <p:sp>
              <p:nvSpPr>
                <p:cNvPr id="344" name="Google Shape;275;p11"/>
                <p:cNvSpPr/>
                <p:nvPr/>
              </p:nvSpPr>
              <p:spPr>
                <a:xfrm>
                  <a:off x="7951680" y="4758120"/>
                  <a:ext cx="398880" cy="260640"/>
                </a:xfrm>
                <a:custGeom>
                  <a:avLst/>
                  <a:gdLst>
                    <a:gd name="textAreaLeft" fmla="*/ 0 w 398880"/>
                    <a:gd name="textAreaRight" fmla="*/ 399600 w 398880"/>
                    <a:gd name="textAreaTop" fmla="*/ 0 h 260640"/>
                    <a:gd name="textAreaBottom" fmla="*/ 261360 h 26064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5" name="Google Shape;276;p11"/>
                <p:cNvSpPr/>
                <p:nvPr/>
              </p:nvSpPr>
              <p:spPr>
                <a:xfrm>
                  <a:off x="8230680" y="5118840"/>
                  <a:ext cx="49320" cy="51480"/>
                </a:xfrm>
                <a:custGeom>
                  <a:avLst/>
                  <a:gdLst>
                    <a:gd name="textAreaLeft" fmla="*/ 0 w 49320"/>
                    <a:gd name="textAreaRight" fmla="*/ 50040 w 49320"/>
                    <a:gd name="textAreaTop" fmla="*/ 0 h 51480"/>
                    <a:gd name="textAreaBottom" fmla="*/ 52200 h 514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6" name="Google Shape;277;p11"/>
                <p:cNvSpPr/>
                <p:nvPr/>
              </p:nvSpPr>
              <p:spPr>
                <a:xfrm>
                  <a:off x="8167320" y="5038920"/>
                  <a:ext cx="151920" cy="54360"/>
                </a:xfrm>
                <a:custGeom>
                  <a:avLst/>
                  <a:gdLst>
                    <a:gd name="textAreaLeft" fmla="*/ 0 w 151920"/>
                    <a:gd name="textAreaRight" fmla="*/ 152640 w 151920"/>
                    <a:gd name="textAreaTop" fmla="*/ 0 h 54360"/>
                    <a:gd name="textAreaBottom" fmla="*/ 55080 h 5436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47" name="Google Shape;278;p11"/>
            <p:cNvGrpSpPr/>
            <p:nvPr/>
          </p:nvGrpSpPr>
          <p:grpSpPr>
            <a:xfrm>
              <a:off x="-440640" y="-271440"/>
              <a:ext cx="2006640" cy="1962720"/>
              <a:chOff x="-440640" y="-271440"/>
              <a:chExt cx="2006640" cy="1962720"/>
            </a:xfrm>
          </p:grpSpPr>
          <p:pic>
            <p:nvPicPr>
              <p:cNvPr id="348" name="Google Shape;279;p11" descr=""/>
              <p:cNvPicPr/>
              <p:nvPr/>
            </p:nvPicPr>
            <p:blipFill>
              <a:blip r:embed="rId7">
                <a:alphaModFix amt="50000"/>
              </a:blip>
              <a:stretch/>
            </p:blipFill>
            <p:spPr>
              <a:xfrm>
                <a:off x="-440640" y="-271440"/>
                <a:ext cx="2006640" cy="1962720"/>
              </a:xfrm>
              <a:prstGeom prst="rect">
                <a:avLst/>
              </a:prstGeom>
              <a:noFill/>
              <a:ln w="0">
                <a:noFill/>
              </a:ln>
            </p:spPr>
          </p:pic>
          <p:grpSp>
            <p:nvGrpSpPr>
              <p:cNvPr id="349" name="Google Shape;280;p11"/>
              <p:cNvGrpSpPr/>
              <p:nvPr/>
            </p:nvGrpSpPr>
            <p:grpSpPr>
              <a:xfrm>
                <a:off x="-183240" y="109440"/>
                <a:ext cx="344160" cy="316800"/>
                <a:chOff x="-183240" y="109440"/>
                <a:chExt cx="344160" cy="316800"/>
              </a:xfrm>
            </p:grpSpPr>
            <p:sp>
              <p:nvSpPr>
                <p:cNvPr id="350" name="Google Shape;281;p11"/>
                <p:cNvSpPr/>
                <p:nvPr/>
              </p:nvSpPr>
              <p:spPr>
                <a:xfrm>
                  <a:off x="-68400" y="16344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1" name="Google Shape;282;p11"/>
                <p:cNvSpPr/>
                <p:nvPr/>
              </p:nvSpPr>
              <p:spPr>
                <a:xfrm>
                  <a:off x="-183240" y="34812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2" name="Google Shape;283;p11"/>
                <p:cNvSpPr/>
                <p:nvPr/>
              </p:nvSpPr>
              <p:spPr>
                <a:xfrm>
                  <a:off x="-149760" y="10944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3" name="Google Shape;284;p11"/>
                <p:cNvSpPr/>
                <p:nvPr/>
              </p:nvSpPr>
              <p:spPr>
                <a:xfrm>
                  <a:off x="-125280" y="3153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54" name="Google Shape;285;p11"/>
              <p:cNvGrpSpPr/>
              <p:nvPr/>
            </p:nvGrpSpPr>
            <p:grpSpPr>
              <a:xfrm>
                <a:off x="454680" y="110880"/>
                <a:ext cx="313920" cy="314280"/>
                <a:chOff x="454680" y="110880"/>
                <a:chExt cx="313920" cy="314280"/>
              </a:xfrm>
            </p:grpSpPr>
            <p:sp>
              <p:nvSpPr>
                <p:cNvPr id="355" name="Google Shape;286;p11"/>
                <p:cNvSpPr/>
                <p:nvPr/>
              </p:nvSpPr>
              <p:spPr>
                <a:xfrm>
                  <a:off x="493920" y="14076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6" name="Google Shape;287;p11"/>
                <p:cNvSpPr/>
                <p:nvPr/>
              </p:nvSpPr>
              <p:spPr>
                <a:xfrm>
                  <a:off x="454680" y="11088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57" name="Google Shape;288;p11"/>
              <p:cNvGrpSpPr/>
              <p:nvPr/>
            </p:nvGrpSpPr>
            <p:grpSpPr>
              <a:xfrm>
                <a:off x="90360" y="632880"/>
                <a:ext cx="405000" cy="404640"/>
                <a:chOff x="90360" y="632880"/>
                <a:chExt cx="405000" cy="404640"/>
              </a:xfrm>
            </p:grpSpPr>
            <p:sp>
              <p:nvSpPr>
                <p:cNvPr id="358" name="Google Shape;289;p11"/>
                <p:cNvSpPr/>
                <p:nvPr/>
              </p:nvSpPr>
              <p:spPr>
                <a:xfrm>
                  <a:off x="192960" y="632880"/>
                  <a:ext cx="200880" cy="204120"/>
                </a:xfrm>
                <a:custGeom>
                  <a:avLst/>
                  <a:gdLst>
                    <a:gd name="textAreaLeft" fmla="*/ 0 w 200880"/>
                    <a:gd name="textAreaRight" fmla="*/ 201600 w 200880"/>
                    <a:gd name="textAreaTop" fmla="*/ 0 h 204120"/>
                    <a:gd name="textAreaBottom" fmla="*/ 204840 h 20412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9" name="Google Shape;290;p11"/>
                <p:cNvSpPr/>
                <p:nvPr/>
              </p:nvSpPr>
              <p:spPr>
                <a:xfrm>
                  <a:off x="282960" y="725400"/>
                  <a:ext cx="19800" cy="22320"/>
                </a:xfrm>
                <a:custGeom>
                  <a:avLst/>
                  <a:gdLst>
                    <a:gd name="textAreaLeft" fmla="*/ 0 w 19800"/>
                    <a:gd name="textAreaRight" fmla="*/ 20520 w 19800"/>
                    <a:gd name="textAreaTop" fmla="*/ 0 h 22320"/>
                    <a:gd name="textAreaBottom" fmla="*/ 23040 h 2232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0" name="Google Shape;291;p11"/>
                <p:cNvSpPr/>
                <p:nvPr/>
              </p:nvSpPr>
              <p:spPr>
                <a:xfrm>
                  <a:off x="251280" y="860400"/>
                  <a:ext cx="82080" cy="177120"/>
                </a:xfrm>
                <a:custGeom>
                  <a:avLst/>
                  <a:gdLst>
                    <a:gd name="textAreaLeft" fmla="*/ 0 w 82080"/>
                    <a:gd name="textAreaRight" fmla="*/ 82800 w 82080"/>
                    <a:gd name="textAreaTop" fmla="*/ 0 h 177120"/>
                    <a:gd name="textAreaBottom" fmla="*/ 177840 h 17712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1" name="Google Shape;292;p11"/>
                <p:cNvSpPr/>
                <p:nvPr/>
              </p:nvSpPr>
              <p:spPr>
                <a:xfrm>
                  <a:off x="90360" y="820080"/>
                  <a:ext cx="163080" cy="101880"/>
                </a:xfrm>
                <a:custGeom>
                  <a:avLst/>
                  <a:gdLst>
                    <a:gd name="textAreaLeft" fmla="*/ 0 w 163080"/>
                    <a:gd name="textAreaRight" fmla="*/ 163800 w 163080"/>
                    <a:gd name="textAreaTop" fmla="*/ 0 h 101880"/>
                    <a:gd name="textAreaBottom" fmla="*/ 102600 h 1018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2" name="Google Shape;293;p11"/>
                <p:cNvSpPr/>
                <p:nvPr/>
              </p:nvSpPr>
              <p:spPr>
                <a:xfrm>
                  <a:off x="331920" y="816120"/>
                  <a:ext cx="163440" cy="106200"/>
                </a:xfrm>
                <a:custGeom>
                  <a:avLst/>
                  <a:gdLst>
                    <a:gd name="textAreaLeft" fmla="*/ 0 w 163440"/>
                    <a:gd name="textAreaRight" fmla="*/ 164160 w 163440"/>
                    <a:gd name="textAreaTop" fmla="*/ 0 h 106200"/>
                    <a:gd name="textAreaBottom" fmla="*/ 106920 h 10620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sp>
        <p:nvSpPr>
          <p:cNvPr id="363" name="PlaceHolder 1"/>
          <p:cNvSpPr>
            <a:spLocks noGrp="1"/>
          </p:cNvSpPr>
          <p:nvPr>
            <p:ph type="title"/>
          </p:nvPr>
        </p:nvSpPr>
        <p:spPr>
          <a:xfrm>
            <a:off x="2176560" y="1692000"/>
            <a:ext cx="4790160" cy="1276560"/>
          </a:xfrm>
          <a:prstGeom prst="rect">
            <a:avLst/>
          </a:prstGeom>
          <a:noFill/>
          <a:ln w="0">
            <a:noFill/>
          </a:ln>
        </p:spPr>
        <p:txBody>
          <a:bodyPr lIns="91440" rIns="91440" tIns="91440" bIns="91440" anchor="b">
            <a:noAutofit/>
          </a:bodyPr>
          <a:p>
            <a:pPr indent="0">
              <a:lnSpc>
                <a:spcPct val="100000"/>
              </a:lnSpc>
              <a:buNone/>
              <a:tabLst>
                <a:tab algn="l" pos="0"/>
              </a:tabLst>
            </a:pPr>
            <a:r>
              <a:rPr b="1" lang="fr-FR" sz="6000" strike="noStrike" u="none">
                <a:solidFill>
                  <a:schemeClr val="dk1"/>
                </a:solidFill>
                <a:effectLst/>
                <a:uFillTx/>
                <a:latin typeface="Montserrat"/>
                <a:ea typeface="Montserrat"/>
              </a:rPr>
              <a:t>xx%</a:t>
            </a:r>
            <a:endParaRPr b="0" lang="en-US" sz="6000" strike="noStrike" u="none">
              <a:solidFill>
                <a:srgbClr val="ffffff"/>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2"/>
        </a:solidFill>
      </p:bgPr>
    </p:bg>
    <p:spTree>
      <p:nvGrpSpPr>
        <p:cNvPr id="1" name=""/>
        <p:cNvGrpSpPr/>
        <p:nvPr/>
      </p:nvGrpSpPr>
      <p:grpSpPr>
        <a:xfrm>
          <a:off x="0" y="0"/>
          <a:ext cx="0" cy="0"/>
          <a:chOff x="0" y="0"/>
          <a:chExt cx="0" cy="0"/>
        </a:xfrm>
      </p:grpSpPr>
      <p:pic>
        <p:nvPicPr>
          <p:cNvPr id="364" name="Google Shape;374;p14" descr=""/>
          <p:cNvPicPr/>
          <p:nvPr/>
        </p:nvPicPr>
        <p:blipFill>
          <a:blip r:embed="rId2"/>
          <a:srcRect l="0" t="1844" r="1844" b="0"/>
          <a:stretch/>
        </p:blipFill>
        <p:spPr>
          <a:xfrm flipH="1">
            <a:off x="720" y="0"/>
            <a:ext cx="9143280" cy="5142960"/>
          </a:xfrm>
          <a:prstGeom prst="rect">
            <a:avLst/>
          </a:prstGeom>
          <a:noFill/>
          <a:ln w="0">
            <a:noFill/>
          </a:ln>
        </p:spPr>
      </p:pic>
      <p:pic>
        <p:nvPicPr>
          <p:cNvPr id="365" name="Google Shape;375;p14" descr=""/>
          <p:cNvPicPr/>
          <p:nvPr/>
        </p:nvPicPr>
        <p:blipFill>
          <a:blip r:embed="rId3">
            <a:alphaModFix amt="60000"/>
          </a:blip>
          <a:srcRect l="0" t="0" r="0" b="1681"/>
          <a:stretch/>
        </p:blipFill>
        <p:spPr>
          <a:xfrm flipH="1">
            <a:off x="6489360" y="0"/>
            <a:ext cx="2740320" cy="5142960"/>
          </a:xfrm>
          <a:prstGeom prst="rect">
            <a:avLst/>
          </a:prstGeom>
          <a:noFill/>
          <a:ln w="0">
            <a:noFill/>
          </a:ln>
        </p:spPr>
      </p:pic>
      <p:grpSp>
        <p:nvGrpSpPr>
          <p:cNvPr id="366" name="Google Shape;376;p14"/>
          <p:cNvGrpSpPr/>
          <p:nvPr/>
        </p:nvGrpSpPr>
        <p:grpSpPr>
          <a:xfrm>
            <a:off x="-1880280" y="-2238480"/>
            <a:ext cx="12745080" cy="9193320"/>
            <a:chOff x="-1880280" y="-2238480"/>
            <a:chExt cx="12745080" cy="9193320"/>
          </a:xfrm>
        </p:grpSpPr>
        <p:pic>
          <p:nvPicPr>
            <p:cNvPr id="367" name="Google Shape;377;p14" descr=""/>
            <p:cNvPicPr/>
            <p:nvPr/>
          </p:nvPicPr>
          <p:blipFill>
            <a:blip r:embed="rId4">
              <a:alphaModFix amt="50000"/>
            </a:blip>
            <a:stretch/>
          </p:blipFill>
          <p:spPr>
            <a:xfrm flipH="1" rot="14977800">
              <a:off x="6854040" y="2959560"/>
              <a:ext cx="3541320" cy="3464280"/>
            </a:xfrm>
            <a:prstGeom prst="rect">
              <a:avLst/>
            </a:prstGeom>
            <a:noFill/>
            <a:ln w="0">
              <a:noFill/>
            </a:ln>
          </p:spPr>
        </p:pic>
        <p:pic>
          <p:nvPicPr>
            <p:cNvPr id="368" name="Google Shape;378;p14" descr=""/>
            <p:cNvPicPr/>
            <p:nvPr/>
          </p:nvPicPr>
          <p:blipFill>
            <a:blip r:embed="rId5">
              <a:alphaModFix amt="50000"/>
            </a:blip>
            <a:stretch/>
          </p:blipFill>
          <p:spPr>
            <a:xfrm flipH="1" rot="16919400">
              <a:off x="-1588680" y="-1878840"/>
              <a:ext cx="3541320" cy="3464280"/>
            </a:xfrm>
            <a:prstGeom prst="rect">
              <a:avLst/>
            </a:prstGeom>
            <a:noFill/>
            <a:ln w="0">
              <a:noFill/>
            </a:ln>
          </p:spPr>
        </p:pic>
      </p:grpSp>
      <p:grpSp>
        <p:nvGrpSpPr>
          <p:cNvPr id="369" name="Google Shape;379;p14"/>
          <p:cNvGrpSpPr/>
          <p:nvPr/>
        </p:nvGrpSpPr>
        <p:grpSpPr>
          <a:xfrm>
            <a:off x="7748280" y="-749520"/>
            <a:ext cx="1962720" cy="2057040"/>
            <a:chOff x="7748280" y="-749520"/>
            <a:chExt cx="1962720" cy="2057040"/>
          </a:xfrm>
        </p:grpSpPr>
        <p:pic>
          <p:nvPicPr>
            <p:cNvPr id="370" name="Google Shape;380;p14" descr=""/>
            <p:cNvPicPr/>
            <p:nvPr/>
          </p:nvPicPr>
          <p:blipFill>
            <a:blip r:embed="rId6">
              <a:alphaModFix amt="50000"/>
            </a:blip>
            <a:stretch/>
          </p:blipFill>
          <p:spPr>
            <a:xfrm rot="16200000">
              <a:off x="7726320" y="-727560"/>
              <a:ext cx="2006640" cy="1962720"/>
            </a:xfrm>
            <a:prstGeom prst="rect">
              <a:avLst/>
            </a:prstGeom>
            <a:noFill/>
            <a:ln w="0">
              <a:noFill/>
            </a:ln>
          </p:spPr>
        </p:pic>
        <p:grpSp>
          <p:nvGrpSpPr>
            <p:cNvPr id="371" name="Google Shape;381;p14"/>
            <p:cNvGrpSpPr/>
            <p:nvPr/>
          </p:nvGrpSpPr>
          <p:grpSpPr>
            <a:xfrm>
              <a:off x="8696880" y="990720"/>
              <a:ext cx="344160" cy="316800"/>
              <a:chOff x="8696880" y="990720"/>
              <a:chExt cx="344160" cy="316800"/>
            </a:xfrm>
          </p:grpSpPr>
          <p:sp>
            <p:nvSpPr>
              <p:cNvPr id="372" name="Google Shape;382;p14"/>
              <p:cNvSpPr/>
              <p:nvPr/>
            </p:nvSpPr>
            <p:spPr>
              <a:xfrm>
                <a:off x="8811720" y="10447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3" name="Google Shape;383;p14"/>
              <p:cNvSpPr/>
              <p:nvPr/>
            </p:nvSpPr>
            <p:spPr>
              <a:xfrm>
                <a:off x="8696880" y="122940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4" name="Google Shape;384;p14"/>
              <p:cNvSpPr/>
              <p:nvPr/>
            </p:nvSpPr>
            <p:spPr>
              <a:xfrm>
                <a:off x="8730360" y="9907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5" name="Google Shape;385;p14"/>
              <p:cNvSpPr/>
              <p:nvPr/>
            </p:nvSpPr>
            <p:spPr>
              <a:xfrm>
                <a:off x="8754840" y="119664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76" name="Google Shape;386;p14"/>
            <p:cNvGrpSpPr/>
            <p:nvPr/>
          </p:nvGrpSpPr>
          <p:grpSpPr>
            <a:xfrm>
              <a:off x="8691120" y="332640"/>
              <a:ext cx="355680" cy="356760"/>
              <a:chOff x="8691120" y="332640"/>
              <a:chExt cx="355680" cy="356760"/>
            </a:xfrm>
          </p:grpSpPr>
          <p:sp>
            <p:nvSpPr>
              <p:cNvPr id="377" name="Google Shape;387;p14"/>
              <p:cNvSpPr/>
              <p:nvPr/>
            </p:nvSpPr>
            <p:spPr>
              <a:xfrm>
                <a:off x="8768880" y="54252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8" name="Google Shape;388;p14"/>
              <p:cNvSpPr/>
              <p:nvPr/>
            </p:nvSpPr>
            <p:spPr>
              <a:xfrm>
                <a:off x="8900640" y="5436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9" name="Google Shape;389;p14"/>
              <p:cNvSpPr/>
              <p:nvPr/>
            </p:nvSpPr>
            <p:spPr>
              <a:xfrm>
                <a:off x="8768880" y="4114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0" name="Google Shape;390;p14"/>
              <p:cNvSpPr/>
              <p:nvPr/>
            </p:nvSpPr>
            <p:spPr>
              <a:xfrm>
                <a:off x="8899200" y="4114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1" name="Google Shape;391;p14"/>
              <p:cNvSpPr/>
              <p:nvPr/>
            </p:nvSpPr>
            <p:spPr>
              <a:xfrm>
                <a:off x="8850240" y="4946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2" name="Google Shape;392;p14"/>
              <p:cNvSpPr/>
              <p:nvPr/>
            </p:nvSpPr>
            <p:spPr>
              <a:xfrm>
                <a:off x="8763120" y="4068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3" name="Google Shape;393;p14"/>
              <p:cNvSpPr/>
              <p:nvPr/>
            </p:nvSpPr>
            <p:spPr>
              <a:xfrm>
                <a:off x="8691120" y="3326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84" name="Google Shape;394;p14"/>
            <p:cNvGrpSpPr/>
            <p:nvPr/>
          </p:nvGrpSpPr>
          <p:grpSpPr>
            <a:xfrm>
              <a:off x="8134560" y="650880"/>
              <a:ext cx="354240" cy="366120"/>
              <a:chOff x="8134560" y="650880"/>
              <a:chExt cx="354240" cy="366120"/>
            </a:xfrm>
          </p:grpSpPr>
          <p:sp>
            <p:nvSpPr>
              <p:cNvPr id="385" name="Google Shape;395;p14"/>
              <p:cNvSpPr/>
              <p:nvPr/>
            </p:nvSpPr>
            <p:spPr>
              <a:xfrm>
                <a:off x="8134560" y="6508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6" name="Google Shape;396;p14"/>
              <p:cNvSpPr/>
              <p:nvPr/>
            </p:nvSpPr>
            <p:spPr>
              <a:xfrm>
                <a:off x="8382960" y="9712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7" name="Google Shape;397;p14"/>
              <p:cNvSpPr/>
              <p:nvPr/>
            </p:nvSpPr>
            <p:spPr>
              <a:xfrm>
                <a:off x="8326440" y="9000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388" name="PlaceHolder 1"/>
          <p:cNvSpPr>
            <a:spLocks noGrp="1"/>
          </p:cNvSpPr>
          <p:nvPr>
            <p:ph type="title"/>
          </p:nvPr>
        </p:nvSpPr>
        <p:spPr>
          <a:xfrm>
            <a:off x="1651680" y="974520"/>
            <a:ext cx="5414760" cy="1054800"/>
          </a:xfrm>
          <a:prstGeom prst="rect">
            <a:avLst/>
          </a:prstGeom>
          <a:noFill/>
          <a:ln w="0">
            <a:noFill/>
          </a:ln>
        </p:spPr>
        <p:txBody>
          <a:bodyPr lIns="91440" rIns="91440" tIns="91440" bIns="91440" anchor="b">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
        <p:nvSpPr>
          <p:cNvPr id="389"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2"/>
        </a:solidFill>
      </p:bgPr>
    </p:bg>
    <p:spTree>
      <p:nvGrpSpPr>
        <p:cNvPr id="1" name=""/>
        <p:cNvGrpSpPr/>
        <p:nvPr/>
      </p:nvGrpSpPr>
      <p:grpSpPr>
        <a:xfrm>
          <a:off x="0" y="0"/>
          <a:ext cx="0" cy="0"/>
          <a:chOff x="0" y="0"/>
          <a:chExt cx="0" cy="0"/>
        </a:xfrm>
      </p:grpSpPr>
      <p:pic>
        <p:nvPicPr>
          <p:cNvPr id="390" name="Google Shape;401;p15" descr=""/>
          <p:cNvPicPr/>
          <p:nvPr/>
        </p:nvPicPr>
        <p:blipFill>
          <a:blip r:embed="rId2"/>
          <a:srcRect l="0" t="1844" r="1844" b="0"/>
          <a:stretch/>
        </p:blipFill>
        <p:spPr>
          <a:xfrm flipH="1">
            <a:off x="720" y="0"/>
            <a:ext cx="9143280" cy="5142960"/>
          </a:xfrm>
          <a:prstGeom prst="rect">
            <a:avLst/>
          </a:prstGeom>
          <a:noFill/>
          <a:ln w="0">
            <a:noFill/>
          </a:ln>
        </p:spPr>
      </p:pic>
      <p:pic>
        <p:nvPicPr>
          <p:cNvPr id="391" name="Google Shape;402;p15" descr=""/>
          <p:cNvPicPr/>
          <p:nvPr/>
        </p:nvPicPr>
        <p:blipFill>
          <a:blip r:embed="rId3"/>
          <a:srcRect l="7208" t="0" r="48300" b="45426"/>
          <a:stretch/>
        </p:blipFill>
        <p:spPr>
          <a:xfrm flipH="1">
            <a:off x="7925400" y="2289240"/>
            <a:ext cx="1218600" cy="2853720"/>
          </a:xfrm>
          <a:prstGeom prst="rect">
            <a:avLst/>
          </a:prstGeom>
          <a:noFill/>
          <a:ln w="0">
            <a:noFill/>
          </a:ln>
        </p:spPr>
      </p:pic>
      <p:grpSp>
        <p:nvGrpSpPr>
          <p:cNvPr id="392" name="Google Shape;403;p15"/>
          <p:cNvGrpSpPr/>
          <p:nvPr/>
        </p:nvGrpSpPr>
        <p:grpSpPr>
          <a:xfrm>
            <a:off x="-1879920" y="-2238120"/>
            <a:ext cx="12745080" cy="9193320"/>
            <a:chOff x="-1879920" y="-2238120"/>
            <a:chExt cx="12745080" cy="9193320"/>
          </a:xfrm>
        </p:grpSpPr>
        <p:pic>
          <p:nvPicPr>
            <p:cNvPr id="393" name="Google Shape;404;p15" descr=""/>
            <p:cNvPicPr/>
            <p:nvPr/>
          </p:nvPicPr>
          <p:blipFill>
            <a:blip r:embed="rId4">
              <a:alphaModFix amt="50000"/>
            </a:blip>
            <a:stretch/>
          </p:blipFill>
          <p:spPr>
            <a:xfrm rot="17422200">
              <a:off x="6854400" y="-1707120"/>
              <a:ext cx="3541320" cy="3464280"/>
            </a:xfrm>
            <a:prstGeom prst="rect">
              <a:avLst/>
            </a:prstGeom>
            <a:noFill/>
            <a:ln w="0">
              <a:noFill/>
            </a:ln>
          </p:spPr>
        </p:pic>
        <p:pic>
          <p:nvPicPr>
            <p:cNvPr id="394" name="Google Shape;405;p15" descr=""/>
            <p:cNvPicPr/>
            <p:nvPr/>
          </p:nvPicPr>
          <p:blipFill>
            <a:blip r:embed="rId5">
              <a:alphaModFix amt="50000"/>
            </a:blip>
            <a:stretch/>
          </p:blipFill>
          <p:spPr>
            <a:xfrm rot="15480600">
              <a:off x="-1587960" y="3130920"/>
              <a:ext cx="3541320" cy="3464280"/>
            </a:xfrm>
            <a:prstGeom prst="rect">
              <a:avLst/>
            </a:prstGeom>
            <a:noFill/>
            <a:ln w="0">
              <a:noFill/>
            </a:ln>
          </p:spPr>
        </p:pic>
      </p:grpSp>
      <p:grpSp>
        <p:nvGrpSpPr>
          <p:cNvPr id="395" name="Google Shape;406;p15"/>
          <p:cNvGrpSpPr/>
          <p:nvPr/>
        </p:nvGrpSpPr>
        <p:grpSpPr>
          <a:xfrm>
            <a:off x="-1080000" y="-463680"/>
            <a:ext cx="1962720" cy="2006640"/>
            <a:chOff x="-1080000" y="-463680"/>
            <a:chExt cx="1962720" cy="2006640"/>
          </a:xfrm>
        </p:grpSpPr>
        <p:pic>
          <p:nvPicPr>
            <p:cNvPr id="396" name="Google Shape;407;p15" descr=""/>
            <p:cNvPicPr/>
            <p:nvPr/>
          </p:nvPicPr>
          <p:blipFill>
            <a:blip r:embed="rId6">
              <a:alphaModFix amt="50000"/>
            </a:blip>
            <a:stretch/>
          </p:blipFill>
          <p:spPr>
            <a:xfrm flipH="1" rot="5400000">
              <a:off x="-1101960" y="-441720"/>
              <a:ext cx="2006640" cy="1962720"/>
            </a:xfrm>
            <a:prstGeom prst="rect">
              <a:avLst/>
            </a:prstGeom>
            <a:noFill/>
            <a:ln w="0">
              <a:noFill/>
            </a:ln>
          </p:spPr>
        </p:pic>
        <p:grpSp>
          <p:nvGrpSpPr>
            <p:cNvPr id="397" name="Google Shape;408;p15"/>
            <p:cNvGrpSpPr/>
            <p:nvPr/>
          </p:nvGrpSpPr>
          <p:grpSpPr>
            <a:xfrm>
              <a:off x="180360" y="344160"/>
              <a:ext cx="313920" cy="314280"/>
              <a:chOff x="180360" y="344160"/>
              <a:chExt cx="313920" cy="314280"/>
            </a:xfrm>
          </p:grpSpPr>
          <p:sp>
            <p:nvSpPr>
              <p:cNvPr id="398" name="Google Shape;409;p15"/>
              <p:cNvSpPr/>
              <p:nvPr/>
            </p:nvSpPr>
            <p:spPr>
              <a:xfrm>
                <a:off x="219600" y="3740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9" name="Google Shape;410;p15"/>
              <p:cNvSpPr/>
              <p:nvPr/>
            </p:nvSpPr>
            <p:spPr>
              <a:xfrm>
                <a:off x="180360" y="34416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00" name="Google Shape;411;p15"/>
            <p:cNvGrpSpPr/>
            <p:nvPr/>
          </p:nvGrpSpPr>
          <p:grpSpPr>
            <a:xfrm>
              <a:off x="149760" y="954360"/>
              <a:ext cx="375120" cy="387720"/>
              <a:chOff x="149760" y="954360"/>
              <a:chExt cx="375120" cy="387720"/>
            </a:xfrm>
          </p:grpSpPr>
          <p:sp>
            <p:nvSpPr>
              <p:cNvPr id="401" name="Google Shape;412;p15"/>
              <p:cNvSpPr/>
              <p:nvPr/>
            </p:nvSpPr>
            <p:spPr>
              <a:xfrm>
                <a:off x="149760" y="954360"/>
                <a:ext cx="375120" cy="244800"/>
              </a:xfrm>
              <a:custGeom>
                <a:avLst/>
                <a:gdLst>
                  <a:gd name="textAreaLeft" fmla="*/ 0 w 375120"/>
                  <a:gd name="textAreaRight" fmla="*/ 375840 w 375120"/>
                  <a:gd name="textAreaTop" fmla="*/ 0 h 244800"/>
                  <a:gd name="textAreaBottom" fmla="*/ 245520 h 2448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2" name="Google Shape;413;p15"/>
              <p:cNvSpPr/>
              <p:nvPr/>
            </p:nvSpPr>
            <p:spPr>
              <a:xfrm>
                <a:off x="412560" y="1293480"/>
                <a:ext cx="46440" cy="48600"/>
              </a:xfrm>
              <a:custGeom>
                <a:avLst/>
                <a:gdLst>
                  <a:gd name="textAreaLeft" fmla="*/ 0 w 46440"/>
                  <a:gd name="textAreaRight" fmla="*/ 47160 w 46440"/>
                  <a:gd name="textAreaTop" fmla="*/ 0 h 48600"/>
                  <a:gd name="textAreaBottom" fmla="*/ 49320 h 4860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3" name="Google Shape;414;p15"/>
              <p:cNvSpPr/>
              <p:nvPr/>
            </p:nvSpPr>
            <p:spPr>
              <a:xfrm>
                <a:off x="352800" y="1218240"/>
                <a:ext cx="142560" cy="51120"/>
              </a:xfrm>
              <a:custGeom>
                <a:avLst/>
                <a:gdLst>
                  <a:gd name="textAreaLeft" fmla="*/ 0 w 142560"/>
                  <a:gd name="textAreaRight" fmla="*/ 143280 w 142560"/>
                  <a:gd name="textAreaTop" fmla="*/ 0 h 51120"/>
                  <a:gd name="textAreaBottom" fmla="*/ 51840 h 511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04" name="PlaceHolder 1"/>
          <p:cNvSpPr>
            <a:spLocks noGrp="1"/>
          </p:cNvSpPr>
          <p:nvPr>
            <p:ph type="title"/>
          </p:nvPr>
        </p:nvSpPr>
        <p:spPr>
          <a:xfrm>
            <a:off x="3619440" y="539640"/>
            <a:ext cx="2401560" cy="1145880"/>
          </a:xfrm>
          <a:prstGeom prst="rect">
            <a:avLst/>
          </a:prstGeom>
          <a:noFill/>
          <a:ln w="0">
            <a:noFill/>
          </a:ln>
        </p:spPr>
        <p:txBody>
          <a:bodyPr lIns="91440" rIns="91440" tIns="91440" bIns="91440" anchor="b">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
        <p:nvSpPr>
          <p:cNvPr id="405" name="PlaceHolder 2"/>
          <p:cNvSpPr>
            <a:spLocks noGrp="1"/>
          </p:cNvSpPr>
          <p:nvPr>
            <p:ph type="body"/>
          </p:nvPr>
        </p:nvSpPr>
        <p:spPr>
          <a:xfrm>
            <a:off x="713160" y="554760"/>
            <a:ext cx="2800440" cy="4048560"/>
          </a:xfrm>
          <a:prstGeom prst="rect">
            <a:avLst/>
          </a:prstGeom>
          <a:noFill/>
          <a:ln w="0">
            <a:noFill/>
          </a:ln>
        </p:spPr>
        <p:txBody>
          <a:bodyPr lIns="90000" rIns="90000" tIns="45000" bIns="45000" anchor="t">
            <a:normAutofit fontScale="32500" lnSpcReduction="19999"/>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
        <p:nvSpPr>
          <p:cNvPr id="406" name="PlaceHolder 3"/>
          <p:cNvSpPr>
            <a:spLocks noGrp="1"/>
          </p:cNvSpPr>
          <p:nvPr>
            <p:ph type="body"/>
          </p:nvPr>
        </p:nvSpPr>
        <p:spPr>
          <a:xfrm>
            <a:off x="3671640" y="539640"/>
            <a:ext cx="2303640" cy="2284920"/>
          </a:xfrm>
          <a:prstGeom prst="rect">
            <a:avLst/>
          </a:prstGeom>
          <a:noFill/>
          <a:ln w="0">
            <a:noFill/>
          </a:ln>
        </p:spPr>
        <p:txBody>
          <a:bodyPr lIns="90000" rIns="90000" tIns="45000" bIns="45000" anchor="t">
            <a:normAutofit fontScale="25000" lnSpcReduction="19999"/>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
        <p:nvSpPr>
          <p:cNvPr id="407" name="PlaceHolder 4"/>
          <p:cNvSpPr>
            <a:spLocks noGrp="1"/>
          </p:cNvSpPr>
          <p:nvPr>
            <p:ph type="body"/>
          </p:nvPr>
        </p:nvSpPr>
        <p:spPr>
          <a:xfrm>
            <a:off x="3671640" y="2953800"/>
            <a:ext cx="4739760" cy="1649520"/>
          </a:xfrm>
          <a:prstGeom prst="rect">
            <a:avLst/>
          </a:prstGeom>
          <a:noFill/>
          <a:ln w="0">
            <a:noFill/>
          </a:ln>
        </p:spPr>
        <p:txBody>
          <a:bodyPr lIns="90000" rIns="90000" tIns="45000" bIns="45000" anchor="t">
            <a:normAutofit fontScale="62500" lnSpcReduction="19999"/>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2"/>
        </a:solidFill>
      </p:bgPr>
    </p:bg>
    <p:spTree>
      <p:nvGrpSpPr>
        <p:cNvPr id="1" name=""/>
        <p:cNvGrpSpPr/>
        <p:nvPr/>
      </p:nvGrpSpPr>
      <p:grpSpPr>
        <a:xfrm>
          <a:off x="0" y="0"/>
          <a:ext cx="0" cy="0"/>
          <a:chOff x="0" y="0"/>
          <a:chExt cx="0" cy="0"/>
        </a:xfrm>
      </p:grpSpPr>
      <p:pic>
        <p:nvPicPr>
          <p:cNvPr id="408" name="Google Shape;437;p17" descr=""/>
          <p:cNvPicPr/>
          <p:nvPr/>
        </p:nvPicPr>
        <p:blipFill>
          <a:blip r:embed="rId2"/>
          <a:srcRect l="0" t="1844" r="1844" b="0"/>
          <a:stretch/>
        </p:blipFill>
        <p:spPr>
          <a:xfrm>
            <a:off x="0" y="0"/>
            <a:ext cx="9143280" cy="5142960"/>
          </a:xfrm>
          <a:prstGeom prst="rect">
            <a:avLst/>
          </a:prstGeom>
          <a:noFill/>
          <a:ln w="0">
            <a:noFill/>
          </a:ln>
        </p:spPr>
      </p:pic>
      <p:pic>
        <p:nvPicPr>
          <p:cNvPr id="409" name="Google Shape;438;p17" descr=""/>
          <p:cNvPicPr/>
          <p:nvPr/>
        </p:nvPicPr>
        <p:blipFill>
          <a:blip r:embed="rId3"/>
          <a:srcRect l="7208" t="0" r="48300" b="45426"/>
          <a:stretch/>
        </p:blipFill>
        <p:spPr>
          <a:xfrm flipH="1" rot="10800000">
            <a:off x="0" y="-75600"/>
            <a:ext cx="1218600" cy="2853720"/>
          </a:xfrm>
          <a:prstGeom prst="rect">
            <a:avLst/>
          </a:prstGeom>
          <a:noFill/>
          <a:ln w="0">
            <a:noFill/>
          </a:ln>
        </p:spPr>
      </p:pic>
      <p:grpSp>
        <p:nvGrpSpPr>
          <p:cNvPr id="410" name="Google Shape;439;p17"/>
          <p:cNvGrpSpPr/>
          <p:nvPr/>
        </p:nvGrpSpPr>
        <p:grpSpPr>
          <a:xfrm>
            <a:off x="-2667240" y="2296080"/>
            <a:ext cx="14666400" cy="4976640"/>
            <a:chOff x="-2667240" y="2296080"/>
            <a:chExt cx="14666400" cy="4976640"/>
          </a:xfrm>
        </p:grpSpPr>
        <p:pic>
          <p:nvPicPr>
            <p:cNvPr id="411" name="Google Shape;440;p17" descr=""/>
            <p:cNvPicPr/>
            <p:nvPr/>
          </p:nvPicPr>
          <p:blipFill>
            <a:blip r:embed="rId4">
              <a:alphaModFix amt="50000"/>
            </a:blip>
            <a:stretch/>
          </p:blipFill>
          <p:spPr>
            <a:xfrm rot="6957600">
              <a:off x="7895880" y="3190320"/>
              <a:ext cx="3541320" cy="3464280"/>
            </a:xfrm>
            <a:prstGeom prst="rect">
              <a:avLst/>
            </a:prstGeom>
            <a:noFill/>
            <a:ln w="0">
              <a:noFill/>
            </a:ln>
          </p:spPr>
        </p:pic>
        <p:pic>
          <p:nvPicPr>
            <p:cNvPr id="412" name="Google Shape;441;p17" descr=""/>
            <p:cNvPicPr/>
            <p:nvPr/>
          </p:nvPicPr>
          <p:blipFill>
            <a:blip r:embed="rId5">
              <a:alphaModFix amt="50000"/>
            </a:blip>
            <a:stretch/>
          </p:blipFill>
          <p:spPr>
            <a:xfrm rot="13656000">
              <a:off x="-1964520" y="3039480"/>
              <a:ext cx="3541320" cy="3464280"/>
            </a:xfrm>
            <a:prstGeom prst="rect">
              <a:avLst/>
            </a:prstGeom>
            <a:noFill/>
            <a:ln w="0">
              <a:noFill/>
            </a:ln>
          </p:spPr>
        </p:pic>
      </p:grpSp>
      <p:grpSp>
        <p:nvGrpSpPr>
          <p:cNvPr id="413" name="Google Shape;442;p17"/>
          <p:cNvGrpSpPr/>
          <p:nvPr/>
        </p:nvGrpSpPr>
        <p:grpSpPr>
          <a:xfrm>
            <a:off x="8093880" y="-442440"/>
            <a:ext cx="2006640" cy="1962720"/>
            <a:chOff x="8093880" y="-442440"/>
            <a:chExt cx="2006640" cy="1962720"/>
          </a:xfrm>
        </p:grpSpPr>
        <p:pic>
          <p:nvPicPr>
            <p:cNvPr id="414" name="Google Shape;443;p17" descr=""/>
            <p:cNvPicPr/>
            <p:nvPr/>
          </p:nvPicPr>
          <p:blipFill>
            <a:blip r:embed="rId6">
              <a:alphaModFix amt="50000"/>
            </a:blip>
            <a:stretch/>
          </p:blipFill>
          <p:spPr>
            <a:xfrm>
              <a:off x="8093880" y="-442440"/>
              <a:ext cx="2006640" cy="1962720"/>
            </a:xfrm>
            <a:prstGeom prst="rect">
              <a:avLst/>
            </a:prstGeom>
            <a:noFill/>
            <a:ln w="0">
              <a:noFill/>
            </a:ln>
          </p:spPr>
        </p:pic>
        <p:grpSp>
          <p:nvGrpSpPr>
            <p:cNvPr id="415" name="Google Shape;444;p17"/>
            <p:cNvGrpSpPr/>
            <p:nvPr/>
          </p:nvGrpSpPr>
          <p:grpSpPr>
            <a:xfrm>
              <a:off x="8962920" y="-52200"/>
              <a:ext cx="343800" cy="316800"/>
              <a:chOff x="8962920" y="-52200"/>
              <a:chExt cx="343800" cy="316800"/>
            </a:xfrm>
          </p:grpSpPr>
          <p:sp>
            <p:nvSpPr>
              <p:cNvPr id="416" name="Google Shape;445;p17"/>
              <p:cNvSpPr/>
              <p:nvPr/>
            </p:nvSpPr>
            <p:spPr>
              <a:xfrm>
                <a:off x="9077760" y="180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7" name="Google Shape;446;p17"/>
              <p:cNvSpPr/>
              <p:nvPr/>
            </p:nvSpPr>
            <p:spPr>
              <a:xfrm>
                <a:off x="8962920" y="18648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8" name="Google Shape;447;p17"/>
              <p:cNvSpPr/>
              <p:nvPr/>
            </p:nvSpPr>
            <p:spPr>
              <a:xfrm>
                <a:off x="8996040" y="-5220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9" name="Google Shape;448;p17"/>
              <p:cNvSpPr/>
              <p:nvPr/>
            </p:nvSpPr>
            <p:spPr>
              <a:xfrm>
                <a:off x="9020880" y="15372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20" name="Google Shape;449;p17"/>
            <p:cNvGrpSpPr/>
            <p:nvPr/>
          </p:nvGrpSpPr>
          <p:grpSpPr>
            <a:xfrm>
              <a:off x="8332200" y="-50760"/>
              <a:ext cx="313920" cy="314280"/>
              <a:chOff x="8332200" y="-50760"/>
              <a:chExt cx="313920" cy="314280"/>
            </a:xfrm>
          </p:grpSpPr>
          <p:sp>
            <p:nvSpPr>
              <p:cNvPr id="421" name="Google Shape;450;p17"/>
              <p:cNvSpPr/>
              <p:nvPr/>
            </p:nvSpPr>
            <p:spPr>
              <a:xfrm>
                <a:off x="8371440" y="-2088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2" name="Google Shape;451;p17"/>
              <p:cNvSpPr/>
              <p:nvPr/>
            </p:nvSpPr>
            <p:spPr>
              <a:xfrm>
                <a:off x="8332200" y="-5076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23" name="Google Shape;452;p17"/>
            <p:cNvGrpSpPr/>
            <p:nvPr/>
          </p:nvGrpSpPr>
          <p:grpSpPr>
            <a:xfrm>
              <a:off x="8649360" y="489960"/>
              <a:ext cx="355680" cy="356760"/>
              <a:chOff x="8649360" y="489960"/>
              <a:chExt cx="355680" cy="356760"/>
            </a:xfrm>
          </p:grpSpPr>
          <p:sp>
            <p:nvSpPr>
              <p:cNvPr id="424" name="Google Shape;453;p17"/>
              <p:cNvSpPr/>
              <p:nvPr/>
            </p:nvSpPr>
            <p:spPr>
              <a:xfrm>
                <a:off x="8727120" y="70020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5" name="Google Shape;454;p17"/>
              <p:cNvSpPr/>
              <p:nvPr/>
            </p:nvSpPr>
            <p:spPr>
              <a:xfrm>
                <a:off x="8858880" y="70092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6" name="Google Shape;455;p17"/>
              <p:cNvSpPr/>
              <p:nvPr/>
            </p:nvSpPr>
            <p:spPr>
              <a:xfrm>
                <a:off x="8727120" y="56880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7" name="Google Shape;456;p17"/>
              <p:cNvSpPr/>
              <p:nvPr/>
            </p:nvSpPr>
            <p:spPr>
              <a:xfrm>
                <a:off x="8857440" y="56880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8" name="Google Shape;457;p17"/>
              <p:cNvSpPr/>
              <p:nvPr/>
            </p:nvSpPr>
            <p:spPr>
              <a:xfrm>
                <a:off x="8808480" y="65196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9" name="Google Shape;458;p17"/>
              <p:cNvSpPr/>
              <p:nvPr/>
            </p:nvSpPr>
            <p:spPr>
              <a:xfrm>
                <a:off x="8721720" y="56412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0" name="Google Shape;459;p17"/>
              <p:cNvSpPr/>
              <p:nvPr/>
            </p:nvSpPr>
            <p:spPr>
              <a:xfrm>
                <a:off x="8649360" y="48996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31" name="Google Shape;460;p17"/>
            <p:cNvGrpSpPr/>
            <p:nvPr/>
          </p:nvGrpSpPr>
          <p:grpSpPr>
            <a:xfrm>
              <a:off x="9257400" y="485280"/>
              <a:ext cx="354240" cy="366120"/>
              <a:chOff x="9257400" y="485280"/>
              <a:chExt cx="354240" cy="366120"/>
            </a:xfrm>
          </p:grpSpPr>
          <p:sp>
            <p:nvSpPr>
              <p:cNvPr id="432" name="Google Shape;461;p17"/>
              <p:cNvSpPr/>
              <p:nvPr/>
            </p:nvSpPr>
            <p:spPr>
              <a:xfrm>
                <a:off x="9257400" y="4852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3" name="Google Shape;462;p17"/>
              <p:cNvSpPr/>
              <p:nvPr/>
            </p:nvSpPr>
            <p:spPr>
              <a:xfrm>
                <a:off x="9505440" y="8056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4" name="Google Shape;463;p17"/>
              <p:cNvSpPr/>
              <p:nvPr/>
            </p:nvSpPr>
            <p:spPr>
              <a:xfrm>
                <a:off x="9448920" y="7344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35" name="Google Shape;464;p17"/>
            <p:cNvGrpSpPr/>
            <p:nvPr/>
          </p:nvGrpSpPr>
          <p:grpSpPr>
            <a:xfrm>
              <a:off x="9623520" y="-52920"/>
              <a:ext cx="326520" cy="318240"/>
              <a:chOff x="9623520" y="-52920"/>
              <a:chExt cx="326520" cy="318240"/>
            </a:xfrm>
          </p:grpSpPr>
          <p:sp>
            <p:nvSpPr>
              <p:cNvPr id="436" name="Google Shape;465;p17"/>
              <p:cNvSpPr/>
              <p:nvPr/>
            </p:nvSpPr>
            <p:spPr>
              <a:xfrm>
                <a:off x="9749880" y="24408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7" name="Google Shape;466;p17"/>
              <p:cNvSpPr/>
              <p:nvPr/>
            </p:nvSpPr>
            <p:spPr>
              <a:xfrm>
                <a:off x="9623520" y="6552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8" name="Google Shape;467;p17"/>
              <p:cNvSpPr/>
              <p:nvPr/>
            </p:nvSpPr>
            <p:spPr>
              <a:xfrm>
                <a:off x="9761400" y="19980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9" name="Google Shape;468;p17"/>
              <p:cNvSpPr/>
              <p:nvPr/>
            </p:nvSpPr>
            <p:spPr>
              <a:xfrm>
                <a:off x="9648720" y="-5292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0" name="Google Shape;469;p17"/>
              <p:cNvSpPr/>
              <p:nvPr/>
            </p:nvSpPr>
            <p:spPr>
              <a:xfrm>
                <a:off x="9777240" y="15768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1" name="Google Shape;470;p17"/>
              <p:cNvSpPr/>
              <p:nvPr/>
            </p:nvSpPr>
            <p:spPr>
              <a:xfrm>
                <a:off x="9792720" y="11484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2" name="Google Shape;471;p17"/>
              <p:cNvSpPr/>
              <p:nvPr/>
            </p:nvSpPr>
            <p:spPr>
              <a:xfrm>
                <a:off x="9821880" y="2268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3" name="Google Shape;472;p17"/>
              <p:cNvSpPr/>
              <p:nvPr/>
            </p:nvSpPr>
            <p:spPr>
              <a:xfrm>
                <a:off x="9859320" y="180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4" name="Google Shape;473;p17"/>
              <p:cNvSpPr/>
              <p:nvPr/>
            </p:nvSpPr>
            <p:spPr>
              <a:xfrm>
                <a:off x="9896760" y="-2700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45"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2"/>
        </a:solidFill>
      </p:bgPr>
    </p:bg>
    <p:spTree>
      <p:nvGrpSpPr>
        <p:cNvPr id="1" name=""/>
        <p:cNvGrpSpPr/>
        <p:nvPr/>
      </p:nvGrpSpPr>
      <p:grpSpPr>
        <a:xfrm>
          <a:off x="0" y="0"/>
          <a:ext cx="0" cy="0"/>
          <a:chOff x="0" y="0"/>
          <a:chExt cx="0" cy="0"/>
        </a:xfrm>
      </p:grpSpPr>
      <p:pic>
        <p:nvPicPr>
          <p:cNvPr id="446" name="Google Shape;482;p18" descr=""/>
          <p:cNvPicPr/>
          <p:nvPr/>
        </p:nvPicPr>
        <p:blipFill>
          <a:blip r:embed="rId2"/>
          <a:srcRect l="0" t="1844" r="1844" b="0"/>
          <a:stretch/>
        </p:blipFill>
        <p:spPr>
          <a:xfrm flipH="1" rot="10800000">
            <a:off x="0" y="0"/>
            <a:ext cx="9143280" cy="5142960"/>
          </a:xfrm>
          <a:prstGeom prst="rect">
            <a:avLst/>
          </a:prstGeom>
          <a:noFill/>
          <a:ln w="0">
            <a:noFill/>
          </a:ln>
        </p:spPr>
      </p:pic>
      <p:pic>
        <p:nvPicPr>
          <p:cNvPr id="447" name="Google Shape;483;p18" descr=""/>
          <p:cNvPicPr/>
          <p:nvPr/>
        </p:nvPicPr>
        <p:blipFill>
          <a:blip r:embed="rId3"/>
          <a:srcRect l="7208" t="0" r="48300" b="45426"/>
          <a:stretch/>
        </p:blipFill>
        <p:spPr>
          <a:xfrm rot="10800000">
            <a:off x="7925400" y="720"/>
            <a:ext cx="1218600" cy="2853720"/>
          </a:xfrm>
          <a:prstGeom prst="rect">
            <a:avLst/>
          </a:prstGeom>
          <a:noFill/>
          <a:ln w="0">
            <a:noFill/>
          </a:ln>
        </p:spPr>
      </p:pic>
      <p:grpSp>
        <p:nvGrpSpPr>
          <p:cNvPr id="448" name="Google Shape;484;p18"/>
          <p:cNvGrpSpPr/>
          <p:nvPr/>
        </p:nvGrpSpPr>
        <p:grpSpPr>
          <a:xfrm>
            <a:off x="-1747440" y="-2045880"/>
            <a:ext cx="13604760" cy="8901360"/>
            <a:chOff x="-1747440" y="-2045880"/>
            <a:chExt cx="13604760" cy="8901360"/>
          </a:xfrm>
        </p:grpSpPr>
        <p:pic>
          <p:nvPicPr>
            <p:cNvPr id="449" name="Google Shape;485;p18" descr=""/>
            <p:cNvPicPr/>
            <p:nvPr/>
          </p:nvPicPr>
          <p:blipFill>
            <a:blip r:embed="rId4">
              <a:alphaModFix amt="50000"/>
            </a:blip>
            <a:stretch/>
          </p:blipFill>
          <p:spPr>
            <a:xfrm flipH="1" rot="20138400">
              <a:off x="7759080" y="-1469880"/>
              <a:ext cx="3541320" cy="3464280"/>
            </a:xfrm>
            <a:prstGeom prst="rect">
              <a:avLst/>
            </a:prstGeom>
            <a:noFill/>
            <a:ln w="0">
              <a:noFill/>
            </a:ln>
          </p:spPr>
        </p:pic>
        <p:pic>
          <p:nvPicPr>
            <p:cNvPr id="450" name="Google Shape;486;p18" descr=""/>
            <p:cNvPicPr/>
            <p:nvPr/>
          </p:nvPicPr>
          <p:blipFill>
            <a:blip r:embed="rId5">
              <a:alphaModFix amt="50000"/>
            </a:blip>
            <a:stretch/>
          </p:blipFill>
          <p:spPr>
            <a:xfrm flipH="1" rot="157800">
              <a:off x="-1669320" y="3311640"/>
              <a:ext cx="3541320" cy="3464280"/>
            </a:xfrm>
            <a:prstGeom prst="rect">
              <a:avLst/>
            </a:prstGeom>
            <a:noFill/>
            <a:ln w="0">
              <a:noFill/>
            </a:ln>
          </p:spPr>
        </p:pic>
      </p:grpSp>
      <p:grpSp>
        <p:nvGrpSpPr>
          <p:cNvPr id="451" name="Google Shape;487;p18"/>
          <p:cNvGrpSpPr/>
          <p:nvPr/>
        </p:nvGrpSpPr>
        <p:grpSpPr>
          <a:xfrm>
            <a:off x="8205480" y="3553560"/>
            <a:ext cx="1962720" cy="2057040"/>
            <a:chOff x="8205480" y="3553560"/>
            <a:chExt cx="1962720" cy="2057040"/>
          </a:xfrm>
        </p:grpSpPr>
        <p:pic>
          <p:nvPicPr>
            <p:cNvPr id="452" name="Google Shape;488;p18" descr=""/>
            <p:cNvPicPr/>
            <p:nvPr/>
          </p:nvPicPr>
          <p:blipFill>
            <a:blip r:embed="rId6">
              <a:alphaModFix amt="50000"/>
            </a:blip>
            <a:stretch/>
          </p:blipFill>
          <p:spPr>
            <a:xfrm rot="16200000">
              <a:off x="8183520" y="3575520"/>
              <a:ext cx="2006640" cy="1962720"/>
            </a:xfrm>
            <a:prstGeom prst="rect">
              <a:avLst/>
            </a:prstGeom>
            <a:noFill/>
            <a:ln w="0">
              <a:noFill/>
            </a:ln>
          </p:spPr>
        </p:pic>
        <p:grpSp>
          <p:nvGrpSpPr>
            <p:cNvPr id="453" name="Google Shape;489;p18"/>
            <p:cNvGrpSpPr/>
            <p:nvPr/>
          </p:nvGrpSpPr>
          <p:grpSpPr>
            <a:xfrm>
              <a:off x="9154080" y="5293800"/>
              <a:ext cx="344160" cy="316800"/>
              <a:chOff x="9154080" y="5293800"/>
              <a:chExt cx="344160" cy="316800"/>
            </a:xfrm>
          </p:grpSpPr>
          <p:sp>
            <p:nvSpPr>
              <p:cNvPr id="454" name="Google Shape;490;p18"/>
              <p:cNvSpPr/>
              <p:nvPr/>
            </p:nvSpPr>
            <p:spPr>
              <a:xfrm>
                <a:off x="9268920" y="534744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5" name="Google Shape;491;p18"/>
              <p:cNvSpPr/>
              <p:nvPr/>
            </p:nvSpPr>
            <p:spPr>
              <a:xfrm>
                <a:off x="9154080" y="553248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6" name="Google Shape;492;p18"/>
              <p:cNvSpPr/>
              <p:nvPr/>
            </p:nvSpPr>
            <p:spPr>
              <a:xfrm>
                <a:off x="9187560" y="529380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7" name="Google Shape;493;p18"/>
              <p:cNvSpPr/>
              <p:nvPr/>
            </p:nvSpPr>
            <p:spPr>
              <a:xfrm>
                <a:off x="9212040" y="549972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58" name="Google Shape;494;p18"/>
            <p:cNvGrpSpPr/>
            <p:nvPr/>
          </p:nvGrpSpPr>
          <p:grpSpPr>
            <a:xfrm>
              <a:off x="9169200" y="4019400"/>
              <a:ext cx="313920" cy="314280"/>
              <a:chOff x="9169200" y="4019400"/>
              <a:chExt cx="313920" cy="314280"/>
            </a:xfrm>
          </p:grpSpPr>
          <p:sp>
            <p:nvSpPr>
              <p:cNvPr id="459" name="Google Shape;495;p18"/>
              <p:cNvSpPr/>
              <p:nvPr/>
            </p:nvSpPr>
            <p:spPr>
              <a:xfrm>
                <a:off x="9208800" y="40496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0" name="Google Shape;496;p18"/>
              <p:cNvSpPr/>
              <p:nvPr/>
            </p:nvSpPr>
            <p:spPr>
              <a:xfrm>
                <a:off x="9169200" y="401940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1" name="Google Shape;497;p18"/>
            <p:cNvGrpSpPr/>
            <p:nvPr/>
          </p:nvGrpSpPr>
          <p:grpSpPr>
            <a:xfrm>
              <a:off x="9148320" y="4635360"/>
              <a:ext cx="355680" cy="356760"/>
              <a:chOff x="9148320" y="4635360"/>
              <a:chExt cx="355680" cy="356760"/>
            </a:xfrm>
          </p:grpSpPr>
          <p:sp>
            <p:nvSpPr>
              <p:cNvPr id="462" name="Google Shape;498;p18"/>
              <p:cNvSpPr/>
              <p:nvPr/>
            </p:nvSpPr>
            <p:spPr>
              <a:xfrm>
                <a:off x="9226080" y="484560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3" name="Google Shape;499;p18"/>
              <p:cNvSpPr/>
              <p:nvPr/>
            </p:nvSpPr>
            <p:spPr>
              <a:xfrm>
                <a:off x="9357840" y="484632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4" name="Google Shape;500;p18"/>
              <p:cNvSpPr/>
              <p:nvPr/>
            </p:nvSpPr>
            <p:spPr>
              <a:xfrm>
                <a:off x="9226080" y="471420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5" name="Google Shape;501;p18"/>
              <p:cNvSpPr/>
              <p:nvPr/>
            </p:nvSpPr>
            <p:spPr>
              <a:xfrm>
                <a:off x="9356400" y="471420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6" name="Google Shape;502;p18"/>
              <p:cNvSpPr/>
              <p:nvPr/>
            </p:nvSpPr>
            <p:spPr>
              <a:xfrm>
                <a:off x="9307440" y="479772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7" name="Google Shape;503;p18"/>
              <p:cNvSpPr/>
              <p:nvPr/>
            </p:nvSpPr>
            <p:spPr>
              <a:xfrm>
                <a:off x="9220320" y="470952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8" name="Google Shape;504;p18"/>
              <p:cNvSpPr/>
              <p:nvPr/>
            </p:nvSpPr>
            <p:spPr>
              <a:xfrm>
                <a:off x="9148320" y="463536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9" name="Google Shape;505;p18"/>
            <p:cNvGrpSpPr/>
            <p:nvPr/>
          </p:nvGrpSpPr>
          <p:grpSpPr>
            <a:xfrm>
              <a:off x="8591760" y="4953600"/>
              <a:ext cx="354240" cy="366120"/>
              <a:chOff x="8591760" y="4953600"/>
              <a:chExt cx="354240" cy="366120"/>
            </a:xfrm>
          </p:grpSpPr>
          <p:sp>
            <p:nvSpPr>
              <p:cNvPr id="470" name="Google Shape;506;p18"/>
              <p:cNvSpPr/>
              <p:nvPr/>
            </p:nvSpPr>
            <p:spPr>
              <a:xfrm>
                <a:off x="8591760" y="495360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1" name="Google Shape;507;p18"/>
              <p:cNvSpPr/>
              <p:nvPr/>
            </p:nvSpPr>
            <p:spPr>
              <a:xfrm>
                <a:off x="8840160" y="527400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2" name="Google Shape;508;p18"/>
              <p:cNvSpPr/>
              <p:nvPr/>
            </p:nvSpPr>
            <p:spPr>
              <a:xfrm>
                <a:off x="8783640" y="520308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73" name="Google Shape;509;p18"/>
            <p:cNvGrpSpPr/>
            <p:nvPr/>
          </p:nvGrpSpPr>
          <p:grpSpPr>
            <a:xfrm>
              <a:off x="8605800" y="4336200"/>
              <a:ext cx="326520" cy="318240"/>
              <a:chOff x="8605800" y="4336200"/>
              <a:chExt cx="326520" cy="318240"/>
            </a:xfrm>
          </p:grpSpPr>
          <p:sp>
            <p:nvSpPr>
              <p:cNvPr id="474" name="Google Shape;510;p18"/>
              <p:cNvSpPr/>
              <p:nvPr/>
            </p:nvSpPr>
            <p:spPr>
              <a:xfrm>
                <a:off x="8732160" y="463320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5" name="Google Shape;511;p18"/>
              <p:cNvSpPr/>
              <p:nvPr/>
            </p:nvSpPr>
            <p:spPr>
              <a:xfrm>
                <a:off x="8605800" y="445464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6" name="Google Shape;512;p18"/>
              <p:cNvSpPr/>
              <p:nvPr/>
            </p:nvSpPr>
            <p:spPr>
              <a:xfrm>
                <a:off x="8743680" y="458892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7" name="Google Shape;513;p18"/>
              <p:cNvSpPr/>
              <p:nvPr/>
            </p:nvSpPr>
            <p:spPr>
              <a:xfrm>
                <a:off x="8631000" y="433620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8" name="Google Shape;514;p18"/>
              <p:cNvSpPr/>
              <p:nvPr/>
            </p:nvSpPr>
            <p:spPr>
              <a:xfrm>
                <a:off x="8759520" y="454680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9" name="Google Shape;515;p18"/>
              <p:cNvSpPr/>
              <p:nvPr/>
            </p:nvSpPr>
            <p:spPr>
              <a:xfrm>
                <a:off x="8775000" y="450396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0" name="Google Shape;516;p18"/>
              <p:cNvSpPr/>
              <p:nvPr/>
            </p:nvSpPr>
            <p:spPr>
              <a:xfrm>
                <a:off x="8804160" y="441180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1" name="Google Shape;517;p18"/>
              <p:cNvSpPr/>
              <p:nvPr/>
            </p:nvSpPr>
            <p:spPr>
              <a:xfrm>
                <a:off x="8841600" y="439092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82" name="Google Shape;518;p18"/>
              <p:cNvSpPr/>
              <p:nvPr/>
            </p:nvSpPr>
            <p:spPr>
              <a:xfrm>
                <a:off x="8879040" y="436212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83"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15" name="PlaceHolder 1"/>
          <p:cNvSpPr>
            <a:spLocks noGrp="1"/>
          </p:cNvSpPr>
          <p:nvPr>
            <p:ph type="title"/>
          </p:nvPr>
        </p:nvSpPr>
        <p:spPr>
          <a:xfrm>
            <a:off x="2099160" y="539640"/>
            <a:ext cx="5358960" cy="1058040"/>
          </a:xfrm>
          <a:prstGeom prst="rect">
            <a:avLst/>
          </a:prstGeom>
          <a:noFill/>
          <a:ln w="0">
            <a:noFill/>
          </a:ln>
        </p:spPr>
        <p:txBody>
          <a:bodyPr lIns="0" rIns="0" tIns="0" bIns="0" anchor="ctr">
            <a:spAutoFit/>
          </a:bodyPr>
          <a:p>
            <a:pPr indent="0" algn="ctr">
              <a:buNone/>
            </a:pPr>
            <a:endParaRPr b="0" lang="en-US" sz="4400" strike="noStrike" u="none">
              <a:solidFill>
                <a:srgbClr val="ffffff"/>
              </a:solidFill>
              <a:effectLst/>
              <a:uFillTx/>
              <a:latin typeface="Arial"/>
            </a:endParaRPr>
          </a:p>
        </p:txBody>
      </p:sp>
      <p:sp>
        <p:nvSpPr>
          <p:cNvPr id="316" name="PlaceHolder 2"/>
          <p:cNvSpPr>
            <a:spLocks noGrp="1"/>
          </p:cNvSpPr>
          <p:nvPr>
            <p:ph type="subTitle"/>
          </p:nvPr>
        </p:nvSpPr>
        <p:spPr>
          <a:xfrm>
            <a:off x="457200" y="1203480"/>
            <a:ext cx="8229240" cy="2982960"/>
          </a:xfrm>
          <a:prstGeom prst="rect">
            <a:avLst/>
          </a:prstGeom>
          <a:noFill/>
          <a:ln w="0">
            <a:noFill/>
          </a:ln>
        </p:spPr>
        <p:txBody>
          <a:bodyPr lIns="0" rIns="0" tIns="0" bIns="0" anchor="ctr">
            <a:spAutoFit/>
          </a:bodyPr>
          <a:p>
            <a:pPr indent="0" algn="ctr">
              <a:buNone/>
            </a:pPr>
            <a:endParaRPr b="0" lang="en-US" sz="3200" strike="noStrike" u="none">
              <a:solidFill>
                <a:srgbClr val="ffffff"/>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2"/>
        </a:solidFill>
      </p:bgPr>
    </p:bg>
    <p:spTree>
      <p:nvGrpSpPr>
        <p:cNvPr id="1" name=""/>
        <p:cNvGrpSpPr/>
        <p:nvPr/>
      </p:nvGrpSpPr>
      <p:grpSpPr>
        <a:xfrm>
          <a:off x="0" y="0"/>
          <a:ext cx="0" cy="0"/>
          <a:chOff x="0" y="0"/>
          <a:chExt cx="0" cy="0"/>
        </a:xfrm>
      </p:grpSpPr>
      <p:sp>
        <p:nvSpPr>
          <p:cNvPr id="484" name="PlaceHolder 1"/>
          <p:cNvSpPr>
            <a:spLocks noGrp="1"/>
          </p:cNvSpPr>
          <p:nvPr>
            <p:ph type="body"/>
          </p:nvPr>
        </p:nvSpPr>
        <p:spPr>
          <a:xfrm>
            <a:off x="0" y="0"/>
            <a:ext cx="9143280" cy="5142960"/>
          </a:xfrm>
          <a:prstGeom prst="rect">
            <a:avLst/>
          </a:prstGeom>
          <a:noFill/>
          <a:ln w="0">
            <a:noFill/>
          </a:ln>
        </p:spPr>
        <p:txBody>
          <a:bodyPr lIns="90000" rIns="90000" tIns="45000" bIns="45000" anchor="t">
            <a:normAutofit/>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
        <p:nvSpPr>
          <p:cNvPr id="485" name="PlaceHolder 2"/>
          <p:cNvSpPr>
            <a:spLocks noGrp="1"/>
          </p:cNvSpPr>
          <p:nvPr>
            <p:ph type="title"/>
          </p:nvPr>
        </p:nvSpPr>
        <p:spPr>
          <a:xfrm>
            <a:off x="1948680" y="4014360"/>
            <a:ext cx="5245560" cy="441000"/>
          </a:xfrm>
          <a:prstGeom prst="rect">
            <a:avLst/>
          </a:prstGeom>
          <a:solidFill>
            <a:schemeClr val="dk2"/>
          </a:solidFill>
          <a:ln w="0">
            <a:noFill/>
          </a:ln>
        </p:spPr>
        <p:txBody>
          <a:bodyPr lIns="91440" rIns="91440" tIns="91440" bIns="91440" anchor="t">
            <a:noAutofit/>
          </a:bodyPr>
          <a:p>
            <a:pPr indent="0">
              <a:lnSpc>
                <a:spcPct val="100000"/>
              </a:lnSpc>
              <a:buNone/>
              <a:tabLst>
                <a:tab algn="l" pos="0"/>
              </a:tabLst>
            </a:pPr>
            <a:r>
              <a:rPr b="0" lang="fr-FR" sz="1800" strike="noStrike" u="none">
                <a:solidFill>
                  <a:schemeClr val="dk1"/>
                </a:solidFill>
                <a:effectLst/>
                <a:uFillTx/>
                <a:latin typeface="Arial"/>
              </a:rPr>
              <a:t>Click to edit the title text format</a:t>
            </a:r>
            <a:endParaRPr b="0" lang="en-US" sz="1800" strike="noStrike" u="none">
              <a:solidFill>
                <a:srgbClr val="ffffff"/>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2"/>
        </a:solidFill>
      </p:bgPr>
    </p:bg>
    <p:spTree>
      <p:nvGrpSpPr>
        <p:cNvPr id="1" name=""/>
        <p:cNvGrpSpPr/>
        <p:nvPr/>
      </p:nvGrpSpPr>
      <p:grpSpPr>
        <a:xfrm>
          <a:off x="0" y="0"/>
          <a:ext cx="0" cy="0"/>
          <a:chOff x="0" y="0"/>
          <a:chExt cx="0" cy="0"/>
        </a:xfrm>
      </p:grpSpPr>
      <p:pic>
        <p:nvPicPr>
          <p:cNvPr id="486" name="Google Shape;421;p16" descr=""/>
          <p:cNvPicPr/>
          <p:nvPr/>
        </p:nvPicPr>
        <p:blipFill>
          <a:blip r:embed="rId2"/>
          <a:srcRect l="0" t="1844" r="1844" b="0"/>
          <a:stretch/>
        </p:blipFill>
        <p:spPr>
          <a:xfrm flipH="1" rot="10800000">
            <a:off x="0" y="0"/>
            <a:ext cx="9143280" cy="5142960"/>
          </a:xfrm>
          <a:prstGeom prst="rect">
            <a:avLst/>
          </a:prstGeom>
          <a:noFill/>
          <a:ln w="0">
            <a:noFill/>
          </a:ln>
        </p:spPr>
      </p:pic>
      <p:pic>
        <p:nvPicPr>
          <p:cNvPr id="487" name="Google Shape;422;p16" descr=""/>
          <p:cNvPicPr/>
          <p:nvPr/>
        </p:nvPicPr>
        <p:blipFill>
          <a:blip r:embed="rId3"/>
          <a:srcRect l="7208" t="0" r="48300" b="45426"/>
          <a:stretch/>
        </p:blipFill>
        <p:spPr>
          <a:xfrm rot="10800000">
            <a:off x="7925400" y="-75600"/>
            <a:ext cx="1218600" cy="2853720"/>
          </a:xfrm>
          <a:prstGeom prst="rect">
            <a:avLst/>
          </a:prstGeom>
          <a:noFill/>
          <a:ln w="0">
            <a:noFill/>
          </a:ln>
        </p:spPr>
      </p:pic>
      <p:pic>
        <p:nvPicPr>
          <p:cNvPr id="488" name="Google Shape;423;p16" descr=""/>
          <p:cNvPicPr/>
          <p:nvPr/>
        </p:nvPicPr>
        <p:blipFill>
          <a:blip r:embed="rId4">
            <a:alphaModFix amt="50000"/>
          </a:blip>
          <a:stretch/>
        </p:blipFill>
        <p:spPr>
          <a:xfrm rot="4362600">
            <a:off x="6965640" y="2439000"/>
            <a:ext cx="3541320" cy="3464280"/>
          </a:xfrm>
          <a:prstGeom prst="rect">
            <a:avLst/>
          </a:prstGeom>
          <a:noFill/>
          <a:ln w="0">
            <a:noFill/>
          </a:ln>
        </p:spPr>
      </p:pic>
      <p:grpSp>
        <p:nvGrpSpPr>
          <p:cNvPr id="489" name="Google Shape;424;p16"/>
          <p:cNvGrpSpPr/>
          <p:nvPr/>
        </p:nvGrpSpPr>
        <p:grpSpPr>
          <a:xfrm>
            <a:off x="-1080000" y="-463680"/>
            <a:ext cx="1962720" cy="2006640"/>
            <a:chOff x="-1080000" y="-463680"/>
            <a:chExt cx="1962720" cy="2006640"/>
          </a:xfrm>
        </p:grpSpPr>
        <p:pic>
          <p:nvPicPr>
            <p:cNvPr id="490" name="Google Shape;425;p16" descr=""/>
            <p:cNvPicPr/>
            <p:nvPr/>
          </p:nvPicPr>
          <p:blipFill>
            <a:blip r:embed="rId5">
              <a:alphaModFix amt="50000"/>
            </a:blip>
            <a:stretch/>
          </p:blipFill>
          <p:spPr>
            <a:xfrm flipH="1" rot="5400000">
              <a:off x="-1101960" y="-441720"/>
              <a:ext cx="2006640" cy="1962720"/>
            </a:xfrm>
            <a:prstGeom prst="rect">
              <a:avLst/>
            </a:prstGeom>
            <a:noFill/>
            <a:ln w="0">
              <a:noFill/>
            </a:ln>
          </p:spPr>
        </p:pic>
        <p:grpSp>
          <p:nvGrpSpPr>
            <p:cNvPr id="491" name="Google Shape;426;p16"/>
            <p:cNvGrpSpPr/>
            <p:nvPr/>
          </p:nvGrpSpPr>
          <p:grpSpPr>
            <a:xfrm>
              <a:off x="180360" y="344160"/>
              <a:ext cx="313920" cy="314280"/>
              <a:chOff x="180360" y="344160"/>
              <a:chExt cx="313920" cy="314280"/>
            </a:xfrm>
          </p:grpSpPr>
          <p:sp>
            <p:nvSpPr>
              <p:cNvPr id="492" name="Google Shape;427;p16"/>
              <p:cNvSpPr/>
              <p:nvPr/>
            </p:nvSpPr>
            <p:spPr>
              <a:xfrm>
                <a:off x="219600" y="3740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3" name="Google Shape;428;p16"/>
              <p:cNvSpPr/>
              <p:nvPr/>
            </p:nvSpPr>
            <p:spPr>
              <a:xfrm>
                <a:off x="180360" y="34416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94" name="Google Shape;429;p16"/>
            <p:cNvGrpSpPr/>
            <p:nvPr/>
          </p:nvGrpSpPr>
          <p:grpSpPr>
            <a:xfrm>
              <a:off x="149760" y="954360"/>
              <a:ext cx="375120" cy="387720"/>
              <a:chOff x="149760" y="954360"/>
              <a:chExt cx="375120" cy="387720"/>
            </a:xfrm>
          </p:grpSpPr>
          <p:sp>
            <p:nvSpPr>
              <p:cNvPr id="495" name="Google Shape;430;p16"/>
              <p:cNvSpPr/>
              <p:nvPr/>
            </p:nvSpPr>
            <p:spPr>
              <a:xfrm>
                <a:off x="149760" y="954360"/>
                <a:ext cx="375120" cy="244800"/>
              </a:xfrm>
              <a:custGeom>
                <a:avLst/>
                <a:gdLst>
                  <a:gd name="textAreaLeft" fmla="*/ 0 w 375120"/>
                  <a:gd name="textAreaRight" fmla="*/ 375840 w 375120"/>
                  <a:gd name="textAreaTop" fmla="*/ 0 h 244800"/>
                  <a:gd name="textAreaBottom" fmla="*/ 245520 h 2448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6" name="Google Shape;431;p16"/>
              <p:cNvSpPr/>
              <p:nvPr/>
            </p:nvSpPr>
            <p:spPr>
              <a:xfrm>
                <a:off x="412560" y="1293480"/>
                <a:ext cx="46440" cy="48600"/>
              </a:xfrm>
              <a:custGeom>
                <a:avLst/>
                <a:gdLst>
                  <a:gd name="textAreaLeft" fmla="*/ 0 w 46440"/>
                  <a:gd name="textAreaRight" fmla="*/ 47160 w 46440"/>
                  <a:gd name="textAreaTop" fmla="*/ 0 h 48600"/>
                  <a:gd name="textAreaBottom" fmla="*/ 49320 h 4860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7" name="Google Shape;432;p16"/>
              <p:cNvSpPr/>
              <p:nvPr/>
            </p:nvSpPr>
            <p:spPr>
              <a:xfrm>
                <a:off x="352800" y="1218240"/>
                <a:ext cx="142560" cy="51120"/>
              </a:xfrm>
              <a:custGeom>
                <a:avLst/>
                <a:gdLst>
                  <a:gd name="textAreaLeft" fmla="*/ 0 w 142560"/>
                  <a:gd name="textAreaRight" fmla="*/ 143280 w 142560"/>
                  <a:gd name="textAreaTop" fmla="*/ 0 h 51120"/>
                  <a:gd name="textAreaBottom" fmla="*/ 51840 h 511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98" name="PlaceHolder 1"/>
          <p:cNvSpPr>
            <a:spLocks noGrp="1"/>
          </p:cNvSpPr>
          <p:nvPr>
            <p:ph type="title"/>
          </p:nvPr>
        </p:nvSpPr>
        <p:spPr>
          <a:xfrm>
            <a:off x="713160" y="878760"/>
            <a:ext cx="3983040" cy="1027080"/>
          </a:xfrm>
          <a:prstGeom prst="rect">
            <a:avLst/>
          </a:prstGeom>
          <a:noFill/>
          <a:ln w="0">
            <a:noFill/>
          </a:ln>
        </p:spPr>
        <p:txBody>
          <a:bodyPr lIns="91440" rIns="91440" tIns="91440" bIns="91440" anchor="b">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
        <p:nvSpPr>
          <p:cNvPr id="499" name="PlaceHolder 2"/>
          <p:cNvSpPr>
            <a:spLocks noGrp="1"/>
          </p:cNvSpPr>
          <p:nvPr>
            <p:ph type="body"/>
          </p:nvPr>
        </p:nvSpPr>
        <p:spPr>
          <a:xfrm>
            <a:off x="5009760" y="0"/>
            <a:ext cx="4133520" cy="5142960"/>
          </a:xfrm>
          <a:prstGeom prst="rect">
            <a:avLst/>
          </a:prstGeom>
          <a:noFill/>
          <a:ln w="0">
            <a:noFill/>
          </a:ln>
        </p:spPr>
        <p:txBody>
          <a:bodyPr lIns="90000" rIns="90000" tIns="45000" bIns="45000" anchor="t">
            <a:normAutofit/>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2"/>
        </a:solidFill>
      </p:bgPr>
    </p:bg>
    <p:spTree>
      <p:nvGrpSpPr>
        <p:cNvPr id="1" name=""/>
        <p:cNvGrpSpPr/>
        <p:nvPr/>
      </p:nvGrpSpPr>
      <p:grpSpPr>
        <a:xfrm>
          <a:off x="0" y="0"/>
          <a:ext cx="0" cy="0"/>
          <a:chOff x="0" y="0"/>
          <a:chExt cx="0" cy="0"/>
        </a:xfrm>
      </p:grpSpPr>
      <p:pic>
        <p:nvPicPr>
          <p:cNvPr id="500" name="Google Shape;529;p19" descr=""/>
          <p:cNvPicPr/>
          <p:nvPr/>
        </p:nvPicPr>
        <p:blipFill>
          <a:blip r:embed="rId2"/>
          <a:srcRect l="0" t="1844" r="1844" b="0"/>
          <a:stretch/>
        </p:blipFill>
        <p:spPr>
          <a:xfrm>
            <a:off x="0" y="0"/>
            <a:ext cx="9143280" cy="5142960"/>
          </a:xfrm>
          <a:prstGeom prst="rect">
            <a:avLst/>
          </a:prstGeom>
          <a:noFill/>
          <a:ln w="0">
            <a:noFill/>
          </a:ln>
        </p:spPr>
      </p:pic>
      <p:pic>
        <p:nvPicPr>
          <p:cNvPr id="501" name="Google Shape;530;p19" descr=""/>
          <p:cNvPicPr/>
          <p:nvPr/>
        </p:nvPicPr>
        <p:blipFill>
          <a:blip r:embed="rId3"/>
          <a:srcRect l="7208" t="0" r="48300" b="45426"/>
          <a:stretch/>
        </p:blipFill>
        <p:spPr>
          <a:xfrm flipH="1">
            <a:off x="7925400" y="2289240"/>
            <a:ext cx="1218600" cy="2853720"/>
          </a:xfrm>
          <a:prstGeom prst="rect">
            <a:avLst/>
          </a:prstGeom>
          <a:noFill/>
          <a:ln w="0">
            <a:noFill/>
          </a:ln>
        </p:spPr>
      </p:pic>
      <p:pic>
        <p:nvPicPr>
          <p:cNvPr id="502" name="Google Shape;531;p19" descr=""/>
          <p:cNvPicPr/>
          <p:nvPr/>
        </p:nvPicPr>
        <p:blipFill>
          <a:blip r:embed="rId4">
            <a:alphaModFix amt="50000"/>
          </a:blip>
          <a:stretch/>
        </p:blipFill>
        <p:spPr>
          <a:xfrm flipH="1" rot="12280200">
            <a:off x="-2127240" y="-1839960"/>
            <a:ext cx="3541320" cy="3464280"/>
          </a:xfrm>
          <a:prstGeom prst="rect">
            <a:avLst/>
          </a:prstGeom>
          <a:noFill/>
          <a:ln w="0">
            <a:noFill/>
          </a:ln>
        </p:spPr>
      </p:pic>
      <p:grpSp>
        <p:nvGrpSpPr>
          <p:cNvPr id="503" name="Google Shape;532;p19"/>
          <p:cNvGrpSpPr/>
          <p:nvPr/>
        </p:nvGrpSpPr>
        <p:grpSpPr>
          <a:xfrm>
            <a:off x="7748280" y="-749520"/>
            <a:ext cx="1962720" cy="2057040"/>
            <a:chOff x="7748280" y="-749520"/>
            <a:chExt cx="1962720" cy="2057040"/>
          </a:xfrm>
        </p:grpSpPr>
        <p:pic>
          <p:nvPicPr>
            <p:cNvPr id="504" name="Google Shape;533;p19" descr=""/>
            <p:cNvPicPr/>
            <p:nvPr/>
          </p:nvPicPr>
          <p:blipFill>
            <a:blip r:embed="rId5">
              <a:alphaModFix amt="50000"/>
            </a:blip>
            <a:stretch/>
          </p:blipFill>
          <p:spPr>
            <a:xfrm rot="16200000">
              <a:off x="7726320" y="-727560"/>
              <a:ext cx="2006640" cy="1962720"/>
            </a:xfrm>
            <a:prstGeom prst="rect">
              <a:avLst/>
            </a:prstGeom>
            <a:noFill/>
            <a:ln w="0">
              <a:noFill/>
            </a:ln>
          </p:spPr>
        </p:pic>
        <p:grpSp>
          <p:nvGrpSpPr>
            <p:cNvPr id="505" name="Google Shape;534;p19"/>
            <p:cNvGrpSpPr/>
            <p:nvPr/>
          </p:nvGrpSpPr>
          <p:grpSpPr>
            <a:xfrm>
              <a:off x="8696880" y="990720"/>
              <a:ext cx="344160" cy="316800"/>
              <a:chOff x="8696880" y="990720"/>
              <a:chExt cx="344160" cy="316800"/>
            </a:xfrm>
          </p:grpSpPr>
          <p:sp>
            <p:nvSpPr>
              <p:cNvPr id="506" name="Google Shape;535;p19"/>
              <p:cNvSpPr/>
              <p:nvPr/>
            </p:nvSpPr>
            <p:spPr>
              <a:xfrm>
                <a:off x="8811720" y="10447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7" name="Google Shape;536;p19"/>
              <p:cNvSpPr/>
              <p:nvPr/>
            </p:nvSpPr>
            <p:spPr>
              <a:xfrm>
                <a:off x="8696880" y="122940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8" name="Google Shape;537;p19"/>
              <p:cNvSpPr/>
              <p:nvPr/>
            </p:nvSpPr>
            <p:spPr>
              <a:xfrm>
                <a:off x="8730360" y="9907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9" name="Google Shape;538;p19"/>
              <p:cNvSpPr/>
              <p:nvPr/>
            </p:nvSpPr>
            <p:spPr>
              <a:xfrm>
                <a:off x="8754840" y="119664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10" name="Google Shape;539;p19"/>
            <p:cNvGrpSpPr/>
            <p:nvPr/>
          </p:nvGrpSpPr>
          <p:grpSpPr>
            <a:xfrm>
              <a:off x="8712000" y="-283320"/>
              <a:ext cx="313920" cy="314280"/>
              <a:chOff x="8712000" y="-283320"/>
              <a:chExt cx="313920" cy="314280"/>
            </a:xfrm>
          </p:grpSpPr>
          <p:sp>
            <p:nvSpPr>
              <p:cNvPr id="511" name="Google Shape;540;p19"/>
              <p:cNvSpPr/>
              <p:nvPr/>
            </p:nvSpPr>
            <p:spPr>
              <a:xfrm>
                <a:off x="8751600" y="-2534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2" name="Google Shape;541;p19"/>
              <p:cNvSpPr/>
              <p:nvPr/>
            </p:nvSpPr>
            <p:spPr>
              <a:xfrm>
                <a:off x="8712000" y="-28332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13" name="Google Shape;542;p19"/>
            <p:cNvGrpSpPr/>
            <p:nvPr/>
          </p:nvGrpSpPr>
          <p:grpSpPr>
            <a:xfrm>
              <a:off x="8691120" y="332640"/>
              <a:ext cx="355680" cy="356760"/>
              <a:chOff x="8691120" y="332640"/>
              <a:chExt cx="355680" cy="356760"/>
            </a:xfrm>
          </p:grpSpPr>
          <p:sp>
            <p:nvSpPr>
              <p:cNvPr id="514" name="Google Shape;543;p19"/>
              <p:cNvSpPr/>
              <p:nvPr/>
            </p:nvSpPr>
            <p:spPr>
              <a:xfrm>
                <a:off x="8768880" y="542520"/>
                <a:ext cx="68040" cy="68040"/>
              </a:xfrm>
              <a:custGeom>
                <a:avLst/>
                <a:gdLst>
                  <a:gd name="textAreaLeft" fmla="*/ 0 w 68040"/>
                  <a:gd name="textAreaRight" fmla="*/ 68760 w 68040"/>
                  <a:gd name="textAreaTop" fmla="*/ 0 h 68040"/>
                  <a:gd name="textAreaBottom" fmla="*/ 68760 h 6804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34200" bIns="342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5" name="Google Shape;544;p19"/>
              <p:cNvSpPr/>
              <p:nvPr/>
            </p:nvSpPr>
            <p:spPr>
              <a:xfrm>
                <a:off x="8900640" y="543600"/>
                <a:ext cx="67320" cy="66960"/>
              </a:xfrm>
              <a:custGeom>
                <a:avLst/>
                <a:gdLst>
                  <a:gd name="textAreaLeft" fmla="*/ 0 w 67320"/>
                  <a:gd name="textAreaRight" fmla="*/ 68040 w 67320"/>
                  <a:gd name="textAreaTop" fmla="*/ 0 h 66960"/>
                  <a:gd name="textAreaBottom" fmla="*/ 67680 h 669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6" name="Google Shape;545;p19"/>
              <p:cNvSpPr/>
              <p:nvPr/>
            </p:nvSpPr>
            <p:spPr>
              <a:xfrm>
                <a:off x="8768880" y="411480"/>
                <a:ext cx="66600" cy="67320"/>
              </a:xfrm>
              <a:custGeom>
                <a:avLst/>
                <a:gdLst>
                  <a:gd name="textAreaLeft" fmla="*/ 0 w 66600"/>
                  <a:gd name="textAreaRight" fmla="*/ 67320 w 66600"/>
                  <a:gd name="textAreaTop" fmla="*/ 0 h 67320"/>
                  <a:gd name="textAreaBottom" fmla="*/ 68040 h 6732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33840" bIns="338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7" name="Google Shape;546;p19"/>
              <p:cNvSpPr/>
              <p:nvPr/>
            </p:nvSpPr>
            <p:spPr>
              <a:xfrm>
                <a:off x="8899200" y="411480"/>
                <a:ext cx="68760" cy="68760"/>
              </a:xfrm>
              <a:custGeom>
                <a:avLst/>
                <a:gdLst>
                  <a:gd name="textAreaLeft" fmla="*/ 0 w 68760"/>
                  <a:gd name="textAreaRight" fmla="*/ 69480 w 68760"/>
                  <a:gd name="textAreaTop" fmla="*/ 0 h 68760"/>
                  <a:gd name="textAreaBottom" fmla="*/ 69480 h 6876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34560" bIns="34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8" name="Google Shape;547;p19"/>
              <p:cNvSpPr/>
              <p:nvPr/>
            </p:nvSpPr>
            <p:spPr>
              <a:xfrm>
                <a:off x="8850240" y="494640"/>
                <a:ext cx="35640" cy="34920"/>
              </a:xfrm>
              <a:custGeom>
                <a:avLst/>
                <a:gdLst>
                  <a:gd name="textAreaLeft" fmla="*/ 0 w 35640"/>
                  <a:gd name="textAreaRight" fmla="*/ 36360 w 35640"/>
                  <a:gd name="textAreaTop" fmla="*/ 0 h 34920"/>
                  <a:gd name="textAreaBottom" fmla="*/ 35640 h 3492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7640" bIns="176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9" name="Google Shape;548;p19"/>
              <p:cNvSpPr/>
              <p:nvPr/>
            </p:nvSpPr>
            <p:spPr>
              <a:xfrm>
                <a:off x="8763120" y="406800"/>
                <a:ext cx="209520" cy="209520"/>
              </a:xfrm>
              <a:custGeom>
                <a:avLst/>
                <a:gdLst>
                  <a:gd name="textAreaLeft" fmla="*/ 0 w 209520"/>
                  <a:gd name="textAreaRight" fmla="*/ 210240 w 209520"/>
                  <a:gd name="textAreaTop" fmla="*/ 0 h 209520"/>
                  <a:gd name="textAreaBottom" fmla="*/ 210240 h 2095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0" name="Google Shape;549;p19"/>
              <p:cNvSpPr/>
              <p:nvPr/>
            </p:nvSpPr>
            <p:spPr>
              <a:xfrm>
                <a:off x="8691120" y="332640"/>
                <a:ext cx="355680" cy="356760"/>
              </a:xfrm>
              <a:custGeom>
                <a:avLst/>
                <a:gdLst>
                  <a:gd name="textAreaLeft" fmla="*/ 0 w 355680"/>
                  <a:gd name="textAreaRight" fmla="*/ 356400 w 355680"/>
                  <a:gd name="textAreaTop" fmla="*/ 0 h 356760"/>
                  <a:gd name="textAreaBottom" fmla="*/ 357480 h 3567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21" name="Google Shape;550;p19"/>
            <p:cNvGrpSpPr/>
            <p:nvPr/>
          </p:nvGrpSpPr>
          <p:grpSpPr>
            <a:xfrm>
              <a:off x="8134560" y="650880"/>
              <a:ext cx="354240" cy="366120"/>
              <a:chOff x="8134560" y="650880"/>
              <a:chExt cx="354240" cy="366120"/>
            </a:xfrm>
          </p:grpSpPr>
          <p:sp>
            <p:nvSpPr>
              <p:cNvPr id="522" name="Google Shape;551;p19"/>
              <p:cNvSpPr/>
              <p:nvPr/>
            </p:nvSpPr>
            <p:spPr>
              <a:xfrm>
                <a:off x="8134560" y="650880"/>
                <a:ext cx="354240" cy="231120"/>
              </a:xfrm>
              <a:custGeom>
                <a:avLst/>
                <a:gdLst>
                  <a:gd name="textAreaLeft" fmla="*/ 0 w 354240"/>
                  <a:gd name="textAreaRight" fmla="*/ 354960 w 354240"/>
                  <a:gd name="textAreaTop" fmla="*/ 0 h 231120"/>
                  <a:gd name="textAreaBottom" fmla="*/ 231840 h 2311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3" name="Google Shape;552;p19"/>
              <p:cNvSpPr/>
              <p:nvPr/>
            </p:nvSpPr>
            <p:spPr>
              <a:xfrm>
                <a:off x="8382960" y="971280"/>
                <a:ext cx="43920" cy="45720"/>
              </a:xfrm>
              <a:custGeom>
                <a:avLst/>
                <a:gdLst>
                  <a:gd name="textAreaLeft" fmla="*/ 0 w 43920"/>
                  <a:gd name="textAreaRight" fmla="*/ 44640 w 43920"/>
                  <a:gd name="textAreaTop" fmla="*/ 0 h 45720"/>
                  <a:gd name="textAreaBottom" fmla="*/ 46440 h 4572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3040" bIns="230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4" name="Google Shape;553;p19"/>
              <p:cNvSpPr/>
              <p:nvPr/>
            </p:nvSpPr>
            <p:spPr>
              <a:xfrm>
                <a:off x="8326440" y="900000"/>
                <a:ext cx="134640" cy="48240"/>
              </a:xfrm>
              <a:custGeom>
                <a:avLst/>
                <a:gdLst>
                  <a:gd name="textAreaLeft" fmla="*/ 0 w 134640"/>
                  <a:gd name="textAreaRight" fmla="*/ 135360 w 134640"/>
                  <a:gd name="textAreaTop" fmla="*/ 0 h 48240"/>
                  <a:gd name="textAreaBottom" fmla="*/ 48960 h 482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25" name="Google Shape;554;p19"/>
            <p:cNvGrpSpPr/>
            <p:nvPr/>
          </p:nvGrpSpPr>
          <p:grpSpPr>
            <a:xfrm>
              <a:off x="8148600" y="33480"/>
              <a:ext cx="326520" cy="317880"/>
              <a:chOff x="8148600" y="33480"/>
              <a:chExt cx="326520" cy="317880"/>
            </a:xfrm>
          </p:grpSpPr>
          <p:sp>
            <p:nvSpPr>
              <p:cNvPr id="526" name="Google Shape;555;p19"/>
              <p:cNvSpPr/>
              <p:nvPr/>
            </p:nvSpPr>
            <p:spPr>
              <a:xfrm>
                <a:off x="8274960" y="33012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7" name="Google Shape;556;p19"/>
              <p:cNvSpPr/>
              <p:nvPr/>
            </p:nvSpPr>
            <p:spPr>
              <a:xfrm>
                <a:off x="8148600" y="15192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8" name="Google Shape;557;p19"/>
              <p:cNvSpPr/>
              <p:nvPr/>
            </p:nvSpPr>
            <p:spPr>
              <a:xfrm>
                <a:off x="8286480" y="28620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9" name="Google Shape;558;p19"/>
              <p:cNvSpPr/>
              <p:nvPr/>
            </p:nvSpPr>
            <p:spPr>
              <a:xfrm>
                <a:off x="8173800" y="3348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0" name="Google Shape;559;p19"/>
              <p:cNvSpPr/>
              <p:nvPr/>
            </p:nvSpPr>
            <p:spPr>
              <a:xfrm>
                <a:off x="8302320" y="24372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1" name="Google Shape;560;p19"/>
              <p:cNvSpPr/>
              <p:nvPr/>
            </p:nvSpPr>
            <p:spPr>
              <a:xfrm>
                <a:off x="8317800" y="20088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2" name="Google Shape;561;p19"/>
              <p:cNvSpPr/>
              <p:nvPr/>
            </p:nvSpPr>
            <p:spPr>
              <a:xfrm>
                <a:off x="8346960" y="10908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3" name="Google Shape;562;p19"/>
              <p:cNvSpPr/>
              <p:nvPr/>
            </p:nvSpPr>
            <p:spPr>
              <a:xfrm>
                <a:off x="8384400" y="8820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4" name="Google Shape;563;p19"/>
              <p:cNvSpPr/>
              <p:nvPr/>
            </p:nvSpPr>
            <p:spPr>
              <a:xfrm>
                <a:off x="8421840" y="5904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535"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2"/>
        </a:solidFill>
      </p:bgPr>
    </p:bg>
    <p:spTree>
      <p:nvGrpSpPr>
        <p:cNvPr id="1" name=""/>
        <p:cNvGrpSpPr/>
        <p:nvPr/>
      </p:nvGrpSpPr>
      <p:grpSpPr>
        <a:xfrm>
          <a:off x="0" y="0"/>
          <a:ext cx="0" cy="0"/>
          <a:chOff x="0" y="0"/>
          <a:chExt cx="0" cy="0"/>
        </a:xfrm>
      </p:grpSpPr>
      <p:pic>
        <p:nvPicPr>
          <p:cNvPr id="536" name="Google Shape;637;p21" descr=""/>
          <p:cNvPicPr/>
          <p:nvPr/>
        </p:nvPicPr>
        <p:blipFill>
          <a:blip r:embed="rId2"/>
          <a:srcRect l="0" t="1844" r="1844" b="0"/>
          <a:stretch/>
        </p:blipFill>
        <p:spPr>
          <a:xfrm flipH="1" rot="10800000">
            <a:off x="0" y="0"/>
            <a:ext cx="9143280" cy="5142960"/>
          </a:xfrm>
          <a:prstGeom prst="rect">
            <a:avLst/>
          </a:prstGeom>
          <a:noFill/>
          <a:ln w="0">
            <a:noFill/>
          </a:ln>
        </p:spPr>
      </p:pic>
      <p:pic>
        <p:nvPicPr>
          <p:cNvPr id="537" name="Google Shape;638;p21" descr=""/>
          <p:cNvPicPr/>
          <p:nvPr/>
        </p:nvPicPr>
        <p:blipFill>
          <a:blip r:embed="rId3">
            <a:alphaModFix amt="50000"/>
          </a:blip>
          <a:stretch/>
        </p:blipFill>
        <p:spPr>
          <a:xfrm flipH="1" rot="19152600">
            <a:off x="7219800" y="-2005920"/>
            <a:ext cx="3541320" cy="3464280"/>
          </a:xfrm>
          <a:prstGeom prst="rect">
            <a:avLst/>
          </a:prstGeom>
          <a:noFill/>
          <a:ln w="0">
            <a:noFill/>
          </a:ln>
        </p:spPr>
      </p:pic>
      <p:pic>
        <p:nvPicPr>
          <p:cNvPr id="538" name="Google Shape;639;p21" descr=""/>
          <p:cNvPicPr/>
          <p:nvPr/>
        </p:nvPicPr>
        <p:blipFill>
          <a:blip r:embed="rId4"/>
          <a:srcRect l="7208" t="0" r="48300" b="45426"/>
          <a:stretch/>
        </p:blipFill>
        <p:spPr>
          <a:xfrm flipH="1" rot="10800000">
            <a:off x="0" y="720"/>
            <a:ext cx="1218600" cy="2853720"/>
          </a:xfrm>
          <a:prstGeom prst="rect">
            <a:avLst/>
          </a:prstGeom>
          <a:noFill/>
          <a:ln w="0">
            <a:noFill/>
          </a:ln>
        </p:spPr>
      </p:pic>
      <p:grpSp>
        <p:nvGrpSpPr>
          <p:cNvPr id="539" name="Google Shape;640;p21"/>
          <p:cNvGrpSpPr/>
          <p:nvPr/>
        </p:nvGrpSpPr>
        <p:grpSpPr>
          <a:xfrm>
            <a:off x="7781040" y="3676680"/>
            <a:ext cx="1962720" cy="2006640"/>
            <a:chOff x="7781040" y="3676680"/>
            <a:chExt cx="1962720" cy="2006640"/>
          </a:xfrm>
        </p:grpSpPr>
        <p:pic>
          <p:nvPicPr>
            <p:cNvPr id="540" name="Google Shape;641;p21" descr=""/>
            <p:cNvPicPr/>
            <p:nvPr/>
          </p:nvPicPr>
          <p:blipFill>
            <a:blip r:embed="rId5">
              <a:alphaModFix amt="50000"/>
            </a:blip>
            <a:stretch/>
          </p:blipFill>
          <p:spPr>
            <a:xfrm rot="5400000">
              <a:off x="7759080" y="3698640"/>
              <a:ext cx="2006640" cy="1962720"/>
            </a:xfrm>
            <a:prstGeom prst="rect">
              <a:avLst/>
            </a:prstGeom>
            <a:noFill/>
            <a:ln w="0">
              <a:noFill/>
            </a:ln>
          </p:spPr>
        </p:pic>
        <p:grpSp>
          <p:nvGrpSpPr>
            <p:cNvPr id="541" name="Google Shape;642;p21"/>
            <p:cNvGrpSpPr/>
            <p:nvPr/>
          </p:nvGrpSpPr>
          <p:grpSpPr>
            <a:xfrm>
              <a:off x="9025560" y="4566240"/>
              <a:ext cx="326160" cy="317880"/>
              <a:chOff x="9025560" y="4566240"/>
              <a:chExt cx="326160" cy="317880"/>
            </a:xfrm>
          </p:grpSpPr>
          <p:sp>
            <p:nvSpPr>
              <p:cNvPr id="542" name="Google Shape;643;p21"/>
              <p:cNvSpPr/>
              <p:nvPr/>
            </p:nvSpPr>
            <p:spPr>
              <a:xfrm>
                <a:off x="9151560" y="4862880"/>
                <a:ext cx="115560" cy="21240"/>
              </a:xfrm>
              <a:custGeom>
                <a:avLst/>
                <a:gdLst>
                  <a:gd name="textAreaLeft" fmla="*/ 0 w 115560"/>
                  <a:gd name="textAreaRight" fmla="*/ 116280 w 115560"/>
                  <a:gd name="textAreaTop" fmla="*/ 0 h 21240"/>
                  <a:gd name="textAreaBottom" fmla="*/ 21960 h 2124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3" name="Google Shape;644;p21"/>
              <p:cNvSpPr/>
              <p:nvPr/>
            </p:nvSpPr>
            <p:spPr>
              <a:xfrm>
                <a:off x="9025560" y="4684680"/>
                <a:ext cx="155520" cy="180720"/>
              </a:xfrm>
              <a:custGeom>
                <a:avLst/>
                <a:gdLst>
                  <a:gd name="textAreaLeft" fmla="*/ 0 w 155520"/>
                  <a:gd name="textAreaRight" fmla="*/ 156240 w 155520"/>
                  <a:gd name="textAreaTop" fmla="*/ 0 h 180720"/>
                  <a:gd name="textAreaBottom" fmla="*/ 181440 h 18072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4" name="Google Shape;645;p21"/>
              <p:cNvSpPr/>
              <p:nvPr/>
            </p:nvSpPr>
            <p:spPr>
              <a:xfrm>
                <a:off x="9163080" y="4818960"/>
                <a:ext cx="156600" cy="22680"/>
              </a:xfrm>
              <a:custGeom>
                <a:avLst/>
                <a:gdLst>
                  <a:gd name="textAreaLeft" fmla="*/ 0 w 156600"/>
                  <a:gd name="textAreaRight" fmla="*/ 157320 w 156600"/>
                  <a:gd name="textAreaTop" fmla="*/ 0 h 22680"/>
                  <a:gd name="textAreaBottom" fmla="*/ 23400 h 2268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fillRef idx="0"/>
              <a:effectRef idx="0"/>
              <a:fontRef idx="minor"/>
            </p:style>
            <p:txBody>
              <a:bodyPr lIns="90000" rIns="90000" tIns="11520" bIns="115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5" name="Google Shape;646;p21"/>
              <p:cNvSpPr/>
              <p:nvPr/>
            </p:nvSpPr>
            <p:spPr>
              <a:xfrm>
                <a:off x="9050400" y="4566240"/>
                <a:ext cx="133920" cy="141120"/>
              </a:xfrm>
              <a:custGeom>
                <a:avLst/>
                <a:gdLst>
                  <a:gd name="textAreaLeft" fmla="*/ 0 w 133920"/>
                  <a:gd name="textAreaRight" fmla="*/ 134640 w 133920"/>
                  <a:gd name="textAreaTop" fmla="*/ 0 h 141120"/>
                  <a:gd name="textAreaBottom" fmla="*/ 141840 h 14112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6" name="Google Shape;647;p21"/>
              <p:cNvSpPr/>
              <p:nvPr/>
            </p:nvSpPr>
            <p:spPr>
              <a:xfrm>
                <a:off x="9178920" y="4776480"/>
                <a:ext cx="163800" cy="20880"/>
              </a:xfrm>
              <a:custGeom>
                <a:avLst/>
                <a:gdLst>
                  <a:gd name="textAreaLeft" fmla="*/ 0 w 163800"/>
                  <a:gd name="textAreaRight" fmla="*/ 164520 w 163800"/>
                  <a:gd name="textAreaTop" fmla="*/ 0 h 20880"/>
                  <a:gd name="textAreaBottom" fmla="*/ 21600 h 2088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7" name="Google Shape;648;p21"/>
              <p:cNvSpPr/>
              <p:nvPr/>
            </p:nvSpPr>
            <p:spPr>
              <a:xfrm>
                <a:off x="9194400" y="4733640"/>
                <a:ext cx="157320" cy="21240"/>
              </a:xfrm>
              <a:custGeom>
                <a:avLst/>
                <a:gdLst>
                  <a:gd name="textAreaLeft" fmla="*/ 0 w 157320"/>
                  <a:gd name="textAreaRight" fmla="*/ 158040 w 157320"/>
                  <a:gd name="textAreaTop" fmla="*/ 0 h 21240"/>
                  <a:gd name="textAreaBottom" fmla="*/ 21960 h 2124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fillRef idx="0"/>
              <a:effectRef idx="0"/>
              <a:fontRef idx="minor"/>
            </p:style>
            <p:txBody>
              <a:bodyPr lIns="90000" rIns="90000" tIns="10800" bIns="10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8" name="Google Shape;649;p21"/>
              <p:cNvSpPr/>
              <p:nvPr/>
            </p:nvSpPr>
            <p:spPr>
              <a:xfrm>
                <a:off x="9223920" y="4641840"/>
                <a:ext cx="18000" cy="54360"/>
              </a:xfrm>
              <a:custGeom>
                <a:avLst/>
                <a:gdLst>
                  <a:gd name="textAreaLeft" fmla="*/ 0 w 18000"/>
                  <a:gd name="textAreaRight" fmla="*/ 18720 w 18000"/>
                  <a:gd name="textAreaTop" fmla="*/ 0 h 54360"/>
                  <a:gd name="textAreaBottom" fmla="*/ 55080 h 5436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9" name="Google Shape;650;p21"/>
              <p:cNvSpPr/>
              <p:nvPr/>
            </p:nvSpPr>
            <p:spPr>
              <a:xfrm>
                <a:off x="9261360" y="4620960"/>
                <a:ext cx="17640" cy="75240"/>
              </a:xfrm>
              <a:custGeom>
                <a:avLst/>
                <a:gdLst>
                  <a:gd name="textAreaLeft" fmla="*/ 0 w 17640"/>
                  <a:gd name="textAreaRight" fmla="*/ 18360 w 17640"/>
                  <a:gd name="textAreaTop" fmla="*/ 0 h 75240"/>
                  <a:gd name="textAreaBottom" fmla="*/ 75960 h 7524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fillRef idx="0"/>
              <a:effectRef idx="0"/>
              <a:fontRef idx="minor"/>
            </p:style>
            <p:txBody>
              <a:bodyPr lIns="90000" rIns="90000" tIns="37800" bIns="378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0" name="Google Shape;651;p21"/>
              <p:cNvSpPr/>
              <p:nvPr/>
            </p:nvSpPr>
            <p:spPr>
              <a:xfrm>
                <a:off x="9298440" y="4591800"/>
                <a:ext cx="18000" cy="104040"/>
              </a:xfrm>
              <a:custGeom>
                <a:avLst/>
                <a:gdLst>
                  <a:gd name="textAreaLeft" fmla="*/ 0 w 18000"/>
                  <a:gd name="textAreaRight" fmla="*/ 18720 w 18000"/>
                  <a:gd name="textAreaTop" fmla="*/ 0 h 104040"/>
                  <a:gd name="textAreaBottom" fmla="*/ 104760 h 10404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51" name="Google Shape;652;p21"/>
            <p:cNvGrpSpPr/>
            <p:nvPr/>
          </p:nvGrpSpPr>
          <p:grpSpPr>
            <a:xfrm>
              <a:off x="9068760" y="5229360"/>
              <a:ext cx="267840" cy="268200"/>
              <a:chOff x="9068760" y="5229360"/>
              <a:chExt cx="267840" cy="268200"/>
            </a:xfrm>
          </p:grpSpPr>
          <p:sp>
            <p:nvSpPr>
              <p:cNvPr id="552" name="Google Shape;653;p21"/>
              <p:cNvSpPr/>
              <p:nvPr/>
            </p:nvSpPr>
            <p:spPr>
              <a:xfrm>
                <a:off x="9127080" y="5387760"/>
                <a:ext cx="51120" cy="51120"/>
              </a:xfrm>
              <a:custGeom>
                <a:avLst/>
                <a:gdLst>
                  <a:gd name="textAreaLeft" fmla="*/ 0 w 51120"/>
                  <a:gd name="textAreaRight" fmla="*/ 51840 w 51120"/>
                  <a:gd name="textAreaTop" fmla="*/ 0 h 51120"/>
                  <a:gd name="textAreaBottom" fmla="*/ 51840 h 5112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3" name="Google Shape;654;p21"/>
              <p:cNvSpPr/>
              <p:nvPr/>
            </p:nvSpPr>
            <p:spPr>
              <a:xfrm>
                <a:off x="9226440" y="5388480"/>
                <a:ext cx="50400" cy="50400"/>
              </a:xfrm>
              <a:custGeom>
                <a:avLst/>
                <a:gdLst>
                  <a:gd name="textAreaLeft" fmla="*/ 0 w 50400"/>
                  <a:gd name="textAreaRight" fmla="*/ 51120 w 50400"/>
                  <a:gd name="textAreaTop" fmla="*/ 0 h 50400"/>
                  <a:gd name="textAreaBottom" fmla="*/ 51120 h 5040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4" name="Google Shape;655;p21"/>
              <p:cNvSpPr/>
              <p:nvPr/>
            </p:nvSpPr>
            <p:spPr>
              <a:xfrm>
                <a:off x="9127080" y="5288760"/>
                <a:ext cx="50040" cy="50400"/>
              </a:xfrm>
              <a:custGeom>
                <a:avLst/>
                <a:gdLst>
                  <a:gd name="textAreaLeft" fmla="*/ 0 w 50040"/>
                  <a:gd name="textAreaRight" fmla="*/ 50760 w 50040"/>
                  <a:gd name="textAreaTop" fmla="*/ 0 h 50400"/>
                  <a:gd name="textAreaBottom" fmla="*/ 51120 h 5040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fillRef idx="0"/>
              <a:effectRef idx="0"/>
              <a:fontRef idx="minor"/>
            </p:style>
            <p:txBody>
              <a:bodyPr lIns="90000" rIns="90000" tIns="25560" bIns="255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5" name="Google Shape;656;p21"/>
              <p:cNvSpPr/>
              <p:nvPr/>
            </p:nvSpPr>
            <p:spPr>
              <a:xfrm>
                <a:off x="9225360" y="5288760"/>
                <a:ext cx="51480" cy="51480"/>
              </a:xfrm>
              <a:custGeom>
                <a:avLst/>
                <a:gdLst>
                  <a:gd name="textAreaLeft" fmla="*/ 0 w 51480"/>
                  <a:gd name="textAreaRight" fmla="*/ 52200 w 51480"/>
                  <a:gd name="textAreaTop" fmla="*/ 0 h 51480"/>
                  <a:gd name="textAreaBottom" fmla="*/ 52200 h 5148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6" name="Google Shape;657;p21"/>
              <p:cNvSpPr/>
              <p:nvPr/>
            </p:nvSpPr>
            <p:spPr>
              <a:xfrm>
                <a:off x="9188280" y="5351760"/>
                <a:ext cx="26640" cy="26280"/>
              </a:xfrm>
              <a:custGeom>
                <a:avLst/>
                <a:gdLst>
                  <a:gd name="textAreaLeft" fmla="*/ 0 w 26640"/>
                  <a:gd name="textAreaRight" fmla="*/ 27360 w 26640"/>
                  <a:gd name="textAreaTop" fmla="*/ 0 h 26280"/>
                  <a:gd name="textAreaBottom" fmla="*/ 27000 h 26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fillRef idx="0"/>
              <a:effectRef idx="0"/>
              <a:fontRef idx="minor"/>
            </p:style>
            <p:txBody>
              <a:bodyPr lIns="90000" rIns="90000" tIns="13320" bIns="133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7" name="Google Shape;658;p21"/>
              <p:cNvSpPr/>
              <p:nvPr/>
            </p:nvSpPr>
            <p:spPr>
              <a:xfrm>
                <a:off x="9123120" y="5285520"/>
                <a:ext cx="157320" cy="157320"/>
              </a:xfrm>
              <a:custGeom>
                <a:avLst/>
                <a:gdLst>
                  <a:gd name="textAreaLeft" fmla="*/ 0 w 157320"/>
                  <a:gd name="textAreaRight" fmla="*/ 158040 w 157320"/>
                  <a:gd name="textAreaTop" fmla="*/ 0 h 157320"/>
                  <a:gd name="textAreaBottom" fmla="*/ 158040 h 15732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8" name="Google Shape;659;p21"/>
              <p:cNvSpPr/>
              <p:nvPr/>
            </p:nvSpPr>
            <p:spPr>
              <a:xfrm>
                <a:off x="9068760" y="5229360"/>
                <a:ext cx="267840" cy="268200"/>
              </a:xfrm>
              <a:custGeom>
                <a:avLst/>
                <a:gdLst>
                  <a:gd name="textAreaLeft" fmla="*/ 0 w 267840"/>
                  <a:gd name="textAreaRight" fmla="*/ 268560 w 267840"/>
                  <a:gd name="textAreaTop" fmla="*/ 0 h 268200"/>
                  <a:gd name="textAreaBottom" fmla="*/ 268920 h 26820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59" name="Google Shape;660;p21"/>
            <p:cNvGrpSpPr/>
            <p:nvPr/>
          </p:nvGrpSpPr>
          <p:grpSpPr>
            <a:xfrm>
              <a:off x="8429040" y="4834440"/>
              <a:ext cx="398880" cy="412200"/>
              <a:chOff x="8429040" y="4834440"/>
              <a:chExt cx="398880" cy="412200"/>
            </a:xfrm>
          </p:grpSpPr>
          <p:sp>
            <p:nvSpPr>
              <p:cNvPr id="560" name="Google Shape;661;p21"/>
              <p:cNvSpPr/>
              <p:nvPr/>
            </p:nvSpPr>
            <p:spPr>
              <a:xfrm>
                <a:off x="8429040" y="4834440"/>
                <a:ext cx="398880" cy="260640"/>
              </a:xfrm>
              <a:custGeom>
                <a:avLst/>
                <a:gdLst>
                  <a:gd name="textAreaLeft" fmla="*/ 0 w 398880"/>
                  <a:gd name="textAreaRight" fmla="*/ 399600 w 398880"/>
                  <a:gd name="textAreaTop" fmla="*/ 0 h 260640"/>
                  <a:gd name="textAreaBottom" fmla="*/ 261360 h 26064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1" name="Google Shape;662;p21"/>
              <p:cNvSpPr/>
              <p:nvPr/>
            </p:nvSpPr>
            <p:spPr>
              <a:xfrm>
                <a:off x="8708400" y="5195160"/>
                <a:ext cx="49320" cy="51480"/>
              </a:xfrm>
              <a:custGeom>
                <a:avLst/>
                <a:gdLst>
                  <a:gd name="textAreaLeft" fmla="*/ 0 w 49320"/>
                  <a:gd name="textAreaRight" fmla="*/ 50040 w 49320"/>
                  <a:gd name="textAreaTop" fmla="*/ 0 h 51480"/>
                  <a:gd name="textAreaBottom" fmla="*/ 52200 h 514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2" name="Google Shape;663;p21"/>
              <p:cNvSpPr/>
              <p:nvPr/>
            </p:nvSpPr>
            <p:spPr>
              <a:xfrm>
                <a:off x="8645040" y="5115240"/>
                <a:ext cx="151920" cy="54360"/>
              </a:xfrm>
              <a:custGeom>
                <a:avLst/>
                <a:gdLst>
                  <a:gd name="textAreaLeft" fmla="*/ 0 w 151920"/>
                  <a:gd name="textAreaRight" fmla="*/ 152640 w 151920"/>
                  <a:gd name="textAreaTop" fmla="*/ 0 h 54360"/>
                  <a:gd name="textAreaBottom" fmla="*/ 55080 h 5436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7360" bIns="2736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563"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bg>
      <p:bgPr>
        <a:solidFill>
          <a:schemeClr val="lt2"/>
        </a:solidFill>
      </p:bgPr>
    </p:bg>
    <p:spTree>
      <p:nvGrpSpPr>
        <p:cNvPr id="1" name=""/>
        <p:cNvGrpSpPr/>
        <p:nvPr/>
      </p:nvGrpSpPr>
      <p:grpSpPr>
        <a:xfrm>
          <a:off x="0" y="0"/>
          <a:ext cx="0" cy="0"/>
          <a:chOff x="0" y="0"/>
          <a:chExt cx="0" cy="0"/>
        </a:xfrm>
      </p:grpSpPr>
      <p:pic>
        <p:nvPicPr>
          <p:cNvPr id="564" name="Google Shape;666;p22" descr=""/>
          <p:cNvPicPr/>
          <p:nvPr/>
        </p:nvPicPr>
        <p:blipFill>
          <a:blip r:embed="rId2"/>
          <a:srcRect l="0" t="1844" r="1844" b="0"/>
          <a:stretch/>
        </p:blipFill>
        <p:spPr>
          <a:xfrm>
            <a:off x="0" y="0"/>
            <a:ext cx="9143280" cy="5142960"/>
          </a:xfrm>
          <a:prstGeom prst="rect">
            <a:avLst/>
          </a:prstGeom>
          <a:noFill/>
          <a:ln w="0">
            <a:noFill/>
          </a:ln>
        </p:spPr>
      </p:pic>
      <p:grpSp>
        <p:nvGrpSpPr>
          <p:cNvPr id="565" name="Google Shape;667;p22"/>
          <p:cNvGrpSpPr/>
          <p:nvPr/>
        </p:nvGrpSpPr>
        <p:grpSpPr>
          <a:xfrm>
            <a:off x="7297560" y="-806400"/>
            <a:ext cx="1962720" cy="2006640"/>
            <a:chOff x="7297560" y="-806400"/>
            <a:chExt cx="1962720" cy="2006640"/>
          </a:xfrm>
        </p:grpSpPr>
        <p:pic>
          <p:nvPicPr>
            <p:cNvPr id="566" name="Google Shape;668;p22" descr=""/>
            <p:cNvPicPr/>
            <p:nvPr/>
          </p:nvPicPr>
          <p:blipFill>
            <a:blip r:embed="rId3">
              <a:alphaModFix amt="50000"/>
            </a:blip>
            <a:stretch/>
          </p:blipFill>
          <p:spPr>
            <a:xfrm flipH="1" rot="5400000">
              <a:off x="7275600" y="-784440"/>
              <a:ext cx="2006640" cy="1962720"/>
            </a:xfrm>
            <a:prstGeom prst="rect">
              <a:avLst/>
            </a:prstGeom>
            <a:noFill/>
            <a:ln w="0">
              <a:noFill/>
            </a:ln>
          </p:spPr>
        </p:pic>
        <p:grpSp>
          <p:nvGrpSpPr>
            <p:cNvPr id="567" name="Google Shape;669;p22"/>
            <p:cNvGrpSpPr/>
            <p:nvPr/>
          </p:nvGrpSpPr>
          <p:grpSpPr>
            <a:xfrm>
              <a:off x="8557560" y="1440"/>
              <a:ext cx="313920" cy="314280"/>
              <a:chOff x="8557560" y="1440"/>
              <a:chExt cx="313920" cy="314280"/>
            </a:xfrm>
          </p:grpSpPr>
          <p:sp>
            <p:nvSpPr>
              <p:cNvPr id="568" name="Google Shape;670;p22"/>
              <p:cNvSpPr/>
              <p:nvPr/>
            </p:nvSpPr>
            <p:spPr>
              <a:xfrm>
                <a:off x="8597160" y="3132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9" name="Google Shape;671;p22"/>
              <p:cNvSpPr/>
              <p:nvPr/>
            </p:nvSpPr>
            <p:spPr>
              <a:xfrm>
                <a:off x="8557560" y="144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70" name="Google Shape;672;p22"/>
            <p:cNvGrpSpPr/>
            <p:nvPr/>
          </p:nvGrpSpPr>
          <p:grpSpPr>
            <a:xfrm>
              <a:off x="8527320" y="611280"/>
              <a:ext cx="375120" cy="387720"/>
              <a:chOff x="8527320" y="611280"/>
              <a:chExt cx="375120" cy="387720"/>
            </a:xfrm>
          </p:grpSpPr>
          <p:sp>
            <p:nvSpPr>
              <p:cNvPr id="571" name="Google Shape;673;p22"/>
              <p:cNvSpPr/>
              <p:nvPr/>
            </p:nvSpPr>
            <p:spPr>
              <a:xfrm>
                <a:off x="8527320" y="611280"/>
                <a:ext cx="375120" cy="244800"/>
              </a:xfrm>
              <a:custGeom>
                <a:avLst/>
                <a:gdLst>
                  <a:gd name="textAreaLeft" fmla="*/ 0 w 375120"/>
                  <a:gd name="textAreaRight" fmla="*/ 375840 w 375120"/>
                  <a:gd name="textAreaTop" fmla="*/ 0 h 244800"/>
                  <a:gd name="textAreaBottom" fmla="*/ 245520 h 2448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2" name="Google Shape;674;p22"/>
              <p:cNvSpPr/>
              <p:nvPr/>
            </p:nvSpPr>
            <p:spPr>
              <a:xfrm>
                <a:off x="8789760" y="950400"/>
                <a:ext cx="46440" cy="48600"/>
              </a:xfrm>
              <a:custGeom>
                <a:avLst/>
                <a:gdLst>
                  <a:gd name="textAreaLeft" fmla="*/ 0 w 46440"/>
                  <a:gd name="textAreaRight" fmla="*/ 47160 w 46440"/>
                  <a:gd name="textAreaTop" fmla="*/ 0 h 48600"/>
                  <a:gd name="textAreaBottom" fmla="*/ 49320 h 4860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3" name="Google Shape;675;p22"/>
              <p:cNvSpPr/>
              <p:nvPr/>
            </p:nvSpPr>
            <p:spPr>
              <a:xfrm>
                <a:off x="8730000" y="875160"/>
                <a:ext cx="142560" cy="51120"/>
              </a:xfrm>
              <a:custGeom>
                <a:avLst/>
                <a:gdLst>
                  <a:gd name="textAreaLeft" fmla="*/ 0 w 142560"/>
                  <a:gd name="textAreaRight" fmla="*/ 143280 w 142560"/>
                  <a:gd name="textAreaTop" fmla="*/ 0 h 51120"/>
                  <a:gd name="textAreaBottom" fmla="*/ 51840 h 511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pic>
        <p:nvPicPr>
          <p:cNvPr id="574" name="Google Shape;676;p22" descr=""/>
          <p:cNvPicPr/>
          <p:nvPr/>
        </p:nvPicPr>
        <p:blipFill>
          <a:blip r:embed="rId4">
            <a:alphaModFix amt="50000"/>
          </a:blip>
          <a:stretch/>
        </p:blipFill>
        <p:spPr>
          <a:xfrm flipH="1" rot="12280200">
            <a:off x="-2127240" y="-1839960"/>
            <a:ext cx="3541320" cy="3464280"/>
          </a:xfrm>
          <a:prstGeom prst="rect">
            <a:avLst/>
          </a:prstGeom>
          <a:noFill/>
          <a:ln w="0">
            <a:noFill/>
          </a:ln>
        </p:spPr>
      </p:pic>
      <p:pic>
        <p:nvPicPr>
          <p:cNvPr id="575" name="Google Shape;677;p22" descr=""/>
          <p:cNvPicPr/>
          <p:nvPr/>
        </p:nvPicPr>
        <p:blipFill>
          <a:blip r:embed="rId5"/>
          <a:srcRect l="7208" t="0" r="48300" b="45426"/>
          <a:stretch/>
        </p:blipFill>
        <p:spPr>
          <a:xfrm flipH="1">
            <a:off x="7925400" y="2289240"/>
            <a:ext cx="1218600" cy="2853720"/>
          </a:xfrm>
          <a:prstGeom prst="rect">
            <a:avLst/>
          </a:prstGeom>
          <a:noFill/>
          <a:ln w="0">
            <a:noFill/>
          </a:ln>
        </p:spPr>
      </p:pic>
      <p:sp>
        <p:nvSpPr>
          <p:cNvPr id="576"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2"/>
        </a:solidFill>
      </p:bgPr>
    </p:bg>
    <p:spTree>
      <p:nvGrpSpPr>
        <p:cNvPr id="1" name=""/>
        <p:cNvGrpSpPr/>
        <p:nvPr/>
      </p:nvGrpSpPr>
      <p:grpSpPr>
        <a:xfrm>
          <a:off x="0" y="0"/>
          <a:ext cx="0" cy="0"/>
          <a:chOff x="0" y="0"/>
          <a:chExt cx="0" cy="0"/>
        </a:xfrm>
      </p:grpSpPr>
      <p:pic>
        <p:nvPicPr>
          <p:cNvPr id="577" name="Google Shape;785;p25" descr=""/>
          <p:cNvPicPr/>
          <p:nvPr/>
        </p:nvPicPr>
        <p:blipFill>
          <a:blip r:embed="rId2"/>
          <a:srcRect l="0" t="1844" r="1844" b="0"/>
          <a:stretch/>
        </p:blipFill>
        <p:spPr>
          <a:xfrm rot="10800000">
            <a:off x="720" y="0"/>
            <a:ext cx="9143280" cy="5142960"/>
          </a:xfrm>
          <a:prstGeom prst="rect">
            <a:avLst/>
          </a:prstGeom>
          <a:noFill/>
          <a:ln w="0">
            <a:noFill/>
          </a:ln>
        </p:spPr>
      </p:pic>
      <p:pic>
        <p:nvPicPr>
          <p:cNvPr id="578" name="Google Shape;786;p25" descr=""/>
          <p:cNvPicPr/>
          <p:nvPr/>
        </p:nvPicPr>
        <p:blipFill>
          <a:blip r:embed="rId3"/>
          <a:srcRect l="7208" t="0" r="48300" b="45426"/>
          <a:stretch/>
        </p:blipFill>
        <p:spPr>
          <a:xfrm rot="10800000">
            <a:off x="7925400" y="-75600"/>
            <a:ext cx="1218600" cy="2853720"/>
          </a:xfrm>
          <a:prstGeom prst="rect">
            <a:avLst/>
          </a:prstGeom>
          <a:noFill/>
          <a:ln w="0">
            <a:noFill/>
          </a:ln>
        </p:spPr>
      </p:pic>
      <p:grpSp>
        <p:nvGrpSpPr>
          <p:cNvPr id="579" name="Google Shape;787;p25"/>
          <p:cNvGrpSpPr/>
          <p:nvPr/>
        </p:nvGrpSpPr>
        <p:grpSpPr>
          <a:xfrm>
            <a:off x="-1232640" y="-442440"/>
            <a:ext cx="2006640" cy="1962720"/>
            <a:chOff x="-1232640" y="-442440"/>
            <a:chExt cx="2006640" cy="1962720"/>
          </a:xfrm>
        </p:grpSpPr>
        <p:pic>
          <p:nvPicPr>
            <p:cNvPr id="580" name="Google Shape;788;p25" descr=""/>
            <p:cNvPicPr/>
            <p:nvPr/>
          </p:nvPicPr>
          <p:blipFill>
            <a:blip r:embed="rId4">
              <a:alphaModFix amt="50000"/>
            </a:blip>
            <a:stretch/>
          </p:blipFill>
          <p:spPr>
            <a:xfrm>
              <a:off x="-1232640" y="-442440"/>
              <a:ext cx="2006640" cy="1962720"/>
            </a:xfrm>
            <a:prstGeom prst="rect">
              <a:avLst/>
            </a:prstGeom>
            <a:noFill/>
            <a:ln w="0">
              <a:noFill/>
            </a:ln>
          </p:spPr>
        </p:pic>
        <p:grpSp>
          <p:nvGrpSpPr>
            <p:cNvPr id="581" name="Google Shape;789;p25"/>
            <p:cNvGrpSpPr/>
            <p:nvPr/>
          </p:nvGrpSpPr>
          <p:grpSpPr>
            <a:xfrm>
              <a:off x="-111240" y="413280"/>
              <a:ext cx="488880" cy="488160"/>
              <a:chOff x="-111240" y="413280"/>
              <a:chExt cx="488880" cy="488160"/>
            </a:xfrm>
          </p:grpSpPr>
          <p:sp>
            <p:nvSpPr>
              <p:cNvPr id="582" name="Google Shape;790;p25"/>
              <p:cNvSpPr/>
              <p:nvPr/>
            </p:nvSpPr>
            <p:spPr>
              <a:xfrm>
                <a:off x="12240" y="413280"/>
                <a:ext cx="242640" cy="246600"/>
              </a:xfrm>
              <a:custGeom>
                <a:avLst/>
                <a:gdLst>
                  <a:gd name="textAreaLeft" fmla="*/ 0 w 242640"/>
                  <a:gd name="textAreaRight" fmla="*/ 243360 w 242640"/>
                  <a:gd name="textAreaTop" fmla="*/ 0 h 246600"/>
                  <a:gd name="textAreaBottom" fmla="*/ 247320 h 24660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3" name="Google Shape;791;p25"/>
              <p:cNvSpPr/>
              <p:nvPr/>
            </p:nvSpPr>
            <p:spPr>
              <a:xfrm>
                <a:off x="120960" y="524880"/>
                <a:ext cx="24120" cy="27000"/>
              </a:xfrm>
              <a:custGeom>
                <a:avLst/>
                <a:gdLst>
                  <a:gd name="textAreaLeft" fmla="*/ 0 w 24120"/>
                  <a:gd name="textAreaRight" fmla="*/ 24840 w 24120"/>
                  <a:gd name="textAreaTop" fmla="*/ 0 h 27000"/>
                  <a:gd name="textAreaBottom" fmla="*/ 27720 h 2700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3680" bIns="136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4" name="Google Shape;792;p25"/>
              <p:cNvSpPr/>
              <p:nvPr/>
            </p:nvSpPr>
            <p:spPr>
              <a:xfrm>
                <a:off x="82800" y="687600"/>
                <a:ext cx="99360" cy="213840"/>
              </a:xfrm>
              <a:custGeom>
                <a:avLst/>
                <a:gdLst>
                  <a:gd name="textAreaLeft" fmla="*/ 0 w 99360"/>
                  <a:gd name="textAreaRight" fmla="*/ 100080 w 99360"/>
                  <a:gd name="textAreaTop" fmla="*/ 0 h 213840"/>
                  <a:gd name="textAreaBottom" fmla="*/ 214560 h 21384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5" name="Google Shape;793;p25"/>
              <p:cNvSpPr/>
              <p:nvPr/>
            </p:nvSpPr>
            <p:spPr>
              <a:xfrm>
                <a:off x="-111240" y="639000"/>
                <a:ext cx="197280" cy="123120"/>
              </a:xfrm>
              <a:custGeom>
                <a:avLst/>
                <a:gdLst>
                  <a:gd name="textAreaLeft" fmla="*/ 0 w 197280"/>
                  <a:gd name="textAreaRight" fmla="*/ 198000 w 197280"/>
                  <a:gd name="textAreaTop" fmla="*/ 0 h 123120"/>
                  <a:gd name="textAreaBottom" fmla="*/ 123840 h 12312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6" name="Google Shape;794;p25"/>
              <p:cNvSpPr/>
              <p:nvPr/>
            </p:nvSpPr>
            <p:spPr>
              <a:xfrm>
                <a:off x="180000" y="634320"/>
                <a:ext cx="197640" cy="128160"/>
              </a:xfrm>
              <a:custGeom>
                <a:avLst/>
                <a:gdLst>
                  <a:gd name="textAreaLeft" fmla="*/ 0 w 197640"/>
                  <a:gd name="textAreaRight" fmla="*/ 198360 w 197640"/>
                  <a:gd name="textAreaTop" fmla="*/ 0 h 128160"/>
                  <a:gd name="textAreaBottom" fmla="*/ 128880 h 1281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87" name="Google Shape;795;p25"/>
            <p:cNvGrpSpPr/>
            <p:nvPr/>
          </p:nvGrpSpPr>
          <p:grpSpPr>
            <a:xfrm>
              <a:off x="282960" y="-76320"/>
              <a:ext cx="343800" cy="316800"/>
              <a:chOff x="282960" y="-76320"/>
              <a:chExt cx="343800" cy="316800"/>
            </a:xfrm>
          </p:grpSpPr>
          <p:sp>
            <p:nvSpPr>
              <p:cNvPr id="588" name="Google Shape;796;p25"/>
              <p:cNvSpPr/>
              <p:nvPr/>
            </p:nvSpPr>
            <p:spPr>
              <a:xfrm>
                <a:off x="397800" y="-223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89" name="Google Shape;797;p25"/>
              <p:cNvSpPr/>
              <p:nvPr/>
            </p:nvSpPr>
            <p:spPr>
              <a:xfrm>
                <a:off x="282960" y="16236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0" name="Google Shape;798;p25"/>
              <p:cNvSpPr/>
              <p:nvPr/>
            </p:nvSpPr>
            <p:spPr>
              <a:xfrm>
                <a:off x="316080" y="-763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1" name="Google Shape;799;p25"/>
              <p:cNvSpPr/>
              <p:nvPr/>
            </p:nvSpPr>
            <p:spPr>
              <a:xfrm>
                <a:off x="340920" y="1299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pic>
        <p:nvPicPr>
          <p:cNvPr id="592" name="Google Shape;800;p25" descr=""/>
          <p:cNvPicPr/>
          <p:nvPr/>
        </p:nvPicPr>
        <p:blipFill>
          <a:blip r:embed="rId5">
            <a:alphaModFix amt="50000"/>
          </a:blip>
          <a:stretch/>
        </p:blipFill>
        <p:spPr>
          <a:xfrm rot="5829600">
            <a:off x="-1655280" y="3237840"/>
            <a:ext cx="3541320" cy="3464280"/>
          </a:xfrm>
          <a:prstGeom prst="rect">
            <a:avLst/>
          </a:prstGeom>
          <a:noFill/>
          <a:ln w="0">
            <a:noFill/>
          </a:ln>
        </p:spPr>
      </p:pic>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2"/>
        </a:solidFill>
      </p:bgPr>
    </p:bg>
    <p:spTree>
      <p:nvGrpSpPr>
        <p:cNvPr id="1" name=""/>
        <p:cNvGrpSpPr/>
        <p:nvPr/>
      </p:nvGrpSpPr>
      <p:grpSpPr>
        <a:xfrm>
          <a:off x="0" y="0"/>
          <a:ext cx="0" cy="0"/>
          <a:chOff x="0" y="0"/>
          <a:chExt cx="0" cy="0"/>
        </a:xfrm>
      </p:grpSpPr>
      <p:pic>
        <p:nvPicPr>
          <p:cNvPr id="593" name="Google Shape;136;p6" descr=""/>
          <p:cNvPicPr/>
          <p:nvPr/>
        </p:nvPicPr>
        <p:blipFill>
          <a:blip r:embed="rId2"/>
          <a:srcRect l="0" t="1844" r="1844" b="0"/>
          <a:stretch/>
        </p:blipFill>
        <p:spPr>
          <a:xfrm rot="10800000">
            <a:off x="720" y="0"/>
            <a:ext cx="9143280" cy="5142960"/>
          </a:xfrm>
          <a:prstGeom prst="rect">
            <a:avLst/>
          </a:prstGeom>
          <a:noFill/>
          <a:ln w="0">
            <a:noFill/>
          </a:ln>
        </p:spPr>
      </p:pic>
      <p:pic>
        <p:nvPicPr>
          <p:cNvPr id="594" name="Google Shape;137;p6" descr=""/>
          <p:cNvPicPr/>
          <p:nvPr/>
        </p:nvPicPr>
        <p:blipFill>
          <a:blip r:embed="rId3"/>
          <a:srcRect l="7208" t="0" r="48300" b="45426"/>
          <a:stretch/>
        </p:blipFill>
        <p:spPr>
          <a:xfrm rot="10800000">
            <a:off x="7925400" y="-75600"/>
            <a:ext cx="1218600" cy="2853720"/>
          </a:xfrm>
          <a:prstGeom prst="rect">
            <a:avLst/>
          </a:prstGeom>
          <a:noFill/>
          <a:ln w="0">
            <a:noFill/>
          </a:ln>
        </p:spPr>
      </p:pic>
      <p:grpSp>
        <p:nvGrpSpPr>
          <p:cNvPr id="595" name="Google Shape;138;p6"/>
          <p:cNvGrpSpPr/>
          <p:nvPr/>
        </p:nvGrpSpPr>
        <p:grpSpPr>
          <a:xfrm>
            <a:off x="-1232640" y="-442440"/>
            <a:ext cx="2006640" cy="1962720"/>
            <a:chOff x="-1232640" y="-442440"/>
            <a:chExt cx="2006640" cy="1962720"/>
          </a:xfrm>
        </p:grpSpPr>
        <p:pic>
          <p:nvPicPr>
            <p:cNvPr id="596" name="Google Shape;139;p6" descr=""/>
            <p:cNvPicPr/>
            <p:nvPr/>
          </p:nvPicPr>
          <p:blipFill>
            <a:blip r:embed="rId4">
              <a:alphaModFix amt="50000"/>
            </a:blip>
            <a:stretch/>
          </p:blipFill>
          <p:spPr>
            <a:xfrm>
              <a:off x="-1232640" y="-442440"/>
              <a:ext cx="2006640" cy="1962720"/>
            </a:xfrm>
            <a:prstGeom prst="rect">
              <a:avLst/>
            </a:prstGeom>
            <a:noFill/>
            <a:ln w="0">
              <a:noFill/>
            </a:ln>
          </p:spPr>
        </p:pic>
        <p:grpSp>
          <p:nvGrpSpPr>
            <p:cNvPr id="597" name="Google Shape;140;p6"/>
            <p:cNvGrpSpPr/>
            <p:nvPr/>
          </p:nvGrpSpPr>
          <p:grpSpPr>
            <a:xfrm>
              <a:off x="-111240" y="413280"/>
              <a:ext cx="488880" cy="488160"/>
              <a:chOff x="-111240" y="413280"/>
              <a:chExt cx="488880" cy="488160"/>
            </a:xfrm>
          </p:grpSpPr>
          <p:sp>
            <p:nvSpPr>
              <p:cNvPr id="598" name="Google Shape;141;p6"/>
              <p:cNvSpPr/>
              <p:nvPr/>
            </p:nvSpPr>
            <p:spPr>
              <a:xfrm>
                <a:off x="12240" y="413280"/>
                <a:ext cx="242640" cy="246600"/>
              </a:xfrm>
              <a:custGeom>
                <a:avLst/>
                <a:gdLst>
                  <a:gd name="textAreaLeft" fmla="*/ 0 w 242640"/>
                  <a:gd name="textAreaRight" fmla="*/ 243360 w 242640"/>
                  <a:gd name="textAreaTop" fmla="*/ 0 h 246600"/>
                  <a:gd name="textAreaBottom" fmla="*/ 247320 h 24660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9" name="Google Shape;142;p6"/>
              <p:cNvSpPr/>
              <p:nvPr/>
            </p:nvSpPr>
            <p:spPr>
              <a:xfrm>
                <a:off x="120960" y="524880"/>
                <a:ext cx="24120" cy="27000"/>
              </a:xfrm>
              <a:custGeom>
                <a:avLst/>
                <a:gdLst>
                  <a:gd name="textAreaLeft" fmla="*/ 0 w 24120"/>
                  <a:gd name="textAreaRight" fmla="*/ 24840 w 24120"/>
                  <a:gd name="textAreaTop" fmla="*/ 0 h 27000"/>
                  <a:gd name="textAreaBottom" fmla="*/ 27720 h 2700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fillRef idx="0"/>
              <a:effectRef idx="0"/>
              <a:fontRef idx="minor"/>
            </p:style>
            <p:txBody>
              <a:bodyPr lIns="90000" rIns="90000" tIns="13680" bIns="136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0" name="Google Shape;143;p6"/>
              <p:cNvSpPr/>
              <p:nvPr/>
            </p:nvSpPr>
            <p:spPr>
              <a:xfrm>
                <a:off x="82800" y="687600"/>
                <a:ext cx="99360" cy="213840"/>
              </a:xfrm>
              <a:custGeom>
                <a:avLst/>
                <a:gdLst>
                  <a:gd name="textAreaLeft" fmla="*/ 0 w 99360"/>
                  <a:gd name="textAreaRight" fmla="*/ 100080 w 99360"/>
                  <a:gd name="textAreaTop" fmla="*/ 0 h 213840"/>
                  <a:gd name="textAreaBottom" fmla="*/ 214560 h 21384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1" name="Google Shape;144;p6"/>
              <p:cNvSpPr/>
              <p:nvPr/>
            </p:nvSpPr>
            <p:spPr>
              <a:xfrm>
                <a:off x="-111240" y="639000"/>
                <a:ext cx="197280" cy="123120"/>
              </a:xfrm>
              <a:custGeom>
                <a:avLst/>
                <a:gdLst>
                  <a:gd name="textAreaLeft" fmla="*/ 0 w 197280"/>
                  <a:gd name="textAreaRight" fmla="*/ 198000 w 197280"/>
                  <a:gd name="textAreaTop" fmla="*/ 0 h 123120"/>
                  <a:gd name="textAreaBottom" fmla="*/ 123840 h 12312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2" name="Google Shape;145;p6"/>
              <p:cNvSpPr/>
              <p:nvPr/>
            </p:nvSpPr>
            <p:spPr>
              <a:xfrm>
                <a:off x="180000" y="634320"/>
                <a:ext cx="197640" cy="128160"/>
              </a:xfrm>
              <a:custGeom>
                <a:avLst/>
                <a:gdLst>
                  <a:gd name="textAreaLeft" fmla="*/ 0 w 197640"/>
                  <a:gd name="textAreaRight" fmla="*/ 198360 w 197640"/>
                  <a:gd name="textAreaTop" fmla="*/ 0 h 128160"/>
                  <a:gd name="textAreaBottom" fmla="*/ 128880 h 1281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03" name="Google Shape;146;p6"/>
            <p:cNvGrpSpPr/>
            <p:nvPr/>
          </p:nvGrpSpPr>
          <p:grpSpPr>
            <a:xfrm>
              <a:off x="282960" y="-76320"/>
              <a:ext cx="343800" cy="316800"/>
              <a:chOff x="282960" y="-76320"/>
              <a:chExt cx="343800" cy="316800"/>
            </a:xfrm>
          </p:grpSpPr>
          <p:sp>
            <p:nvSpPr>
              <p:cNvPr id="604" name="Google Shape;147;p6"/>
              <p:cNvSpPr/>
              <p:nvPr/>
            </p:nvSpPr>
            <p:spPr>
              <a:xfrm>
                <a:off x="397800" y="-22320"/>
                <a:ext cx="147960" cy="148680"/>
              </a:xfrm>
              <a:custGeom>
                <a:avLst/>
                <a:gdLst>
                  <a:gd name="textAreaLeft" fmla="*/ 0 w 147960"/>
                  <a:gd name="textAreaRight" fmla="*/ 148680 w 147960"/>
                  <a:gd name="textAreaTop" fmla="*/ 0 h 148680"/>
                  <a:gd name="textAreaBottom" fmla="*/ 149400 h 14868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5" name="Google Shape;148;p6"/>
              <p:cNvSpPr/>
              <p:nvPr/>
            </p:nvSpPr>
            <p:spPr>
              <a:xfrm>
                <a:off x="282960" y="162360"/>
                <a:ext cx="77400" cy="78120"/>
              </a:xfrm>
              <a:custGeom>
                <a:avLst/>
                <a:gdLst>
                  <a:gd name="textAreaLeft" fmla="*/ 0 w 77400"/>
                  <a:gd name="textAreaRight" fmla="*/ 78120 w 77400"/>
                  <a:gd name="textAreaTop" fmla="*/ 0 h 78120"/>
                  <a:gd name="textAreaBottom" fmla="*/ 78840 h 7812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fillRef idx="0"/>
              <a:effectRef idx="0"/>
              <a:fontRef idx="minor"/>
            </p:style>
            <p:txBody>
              <a:bodyPr lIns="90000" rIns="90000" tIns="39240" bIns="3924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6" name="Google Shape;149;p6"/>
              <p:cNvSpPr/>
              <p:nvPr/>
            </p:nvSpPr>
            <p:spPr>
              <a:xfrm>
                <a:off x="316080" y="-76320"/>
                <a:ext cx="310680" cy="245160"/>
              </a:xfrm>
              <a:custGeom>
                <a:avLst/>
                <a:gdLst>
                  <a:gd name="textAreaLeft" fmla="*/ 0 w 310680"/>
                  <a:gd name="textAreaRight" fmla="*/ 311400 w 310680"/>
                  <a:gd name="textAreaTop" fmla="*/ 0 h 245160"/>
                  <a:gd name="textAreaBottom" fmla="*/ 245880 h 24516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07" name="Google Shape;150;p6"/>
              <p:cNvSpPr/>
              <p:nvPr/>
            </p:nvSpPr>
            <p:spPr>
              <a:xfrm>
                <a:off x="340920" y="129960"/>
                <a:ext cx="52200" cy="52200"/>
              </a:xfrm>
              <a:custGeom>
                <a:avLst/>
                <a:gdLst>
                  <a:gd name="textAreaLeft" fmla="*/ 0 w 52200"/>
                  <a:gd name="textAreaRight" fmla="*/ 52920 w 52200"/>
                  <a:gd name="textAreaTop" fmla="*/ 0 h 52200"/>
                  <a:gd name="textAreaBottom" fmla="*/ 52920 h 5220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fillRef idx="0"/>
              <a:effectRef idx="0"/>
              <a:fontRef idx="minor"/>
            </p:style>
            <p:txBody>
              <a:bodyPr lIns="90000" rIns="90000" tIns="26280" bIns="262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pic>
        <p:nvPicPr>
          <p:cNvPr id="608" name="Google Shape;151;p6" descr=""/>
          <p:cNvPicPr/>
          <p:nvPr/>
        </p:nvPicPr>
        <p:blipFill>
          <a:blip r:embed="rId5">
            <a:alphaModFix amt="50000"/>
          </a:blip>
          <a:stretch/>
        </p:blipFill>
        <p:spPr>
          <a:xfrm rot="5829600">
            <a:off x="-1655280" y="3237840"/>
            <a:ext cx="3541320" cy="3464280"/>
          </a:xfrm>
          <a:prstGeom prst="rect">
            <a:avLst/>
          </a:prstGeom>
          <a:noFill/>
          <a:ln w="0">
            <a:noFill/>
          </a:ln>
        </p:spPr>
      </p:pic>
      <p:sp>
        <p:nvSpPr>
          <p:cNvPr id="609"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2"/>
        </a:solidFill>
      </p:bgPr>
    </p:bg>
    <p:spTree>
      <p:nvGrpSpPr>
        <p:cNvPr id="1" name=""/>
        <p:cNvGrpSpPr/>
        <p:nvPr/>
      </p:nvGrpSpPr>
      <p:grpSpPr>
        <a:xfrm>
          <a:off x="0" y="0"/>
          <a:ext cx="0" cy="0"/>
          <a:chOff x="0" y="0"/>
          <a:chExt cx="0" cy="0"/>
        </a:xfrm>
      </p:grpSpPr>
      <p:pic>
        <p:nvPicPr>
          <p:cNvPr id="610" name="Google Shape;154;p7" descr=""/>
          <p:cNvPicPr/>
          <p:nvPr/>
        </p:nvPicPr>
        <p:blipFill>
          <a:blip r:embed="rId2"/>
          <a:srcRect l="0" t="1844" r="1844" b="0"/>
          <a:stretch/>
        </p:blipFill>
        <p:spPr>
          <a:xfrm flipH="1" rot="10800000">
            <a:off x="0" y="0"/>
            <a:ext cx="9143280" cy="5142960"/>
          </a:xfrm>
          <a:prstGeom prst="rect">
            <a:avLst/>
          </a:prstGeom>
          <a:noFill/>
          <a:ln w="0">
            <a:noFill/>
          </a:ln>
        </p:spPr>
      </p:pic>
      <p:pic>
        <p:nvPicPr>
          <p:cNvPr id="611" name="Google Shape;155;p7" descr=""/>
          <p:cNvPicPr/>
          <p:nvPr/>
        </p:nvPicPr>
        <p:blipFill>
          <a:blip r:embed="rId3"/>
          <a:srcRect l="7208" t="0" r="48300" b="45426"/>
          <a:stretch/>
        </p:blipFill>
        <p:spPr>
          <a:xfrm rot="10800000">
            <a:off x="7925400" y="-75600"/>
            <a:ext cx="1218600" cy="2853720"/>
          </a:xfrm>
          <a:prstGeom prst="rect">
            <a:avLst/>
          </a:prstGeom>
          <a:noFill/>
          <a:ln w="0">
            <a:noFill/>
          </a:ln>
        </p:spPr>
      </p:pic>
      <p:pic>
        <p:nvPicPr>
          <p:cNvPr id="612" name="Google Shape;156;p7" descr=""/>
          <p:cNvPicPr/>
          <p:nvPr/>
        </p:nvPicPr>
        <p:blipFill>
          <a:blip r:embed="rId4">
            <a:alphaModFix amt="50000"/>
          </a:blip>
          <a:stretch/>
        </p:blipFill>
        <p:spPr>
          <a:xfrm rot="4362600">
            <a:off x="6965640" y="2439000"/>
            <a:ext cx="3541320" cy="3464280"/>
          </a:xfrm>
          <a:prstGeom prst="rect">
            <a:avLst/>
          </a:prstGeom>
          <a:noFill/>
          <a:ln w="0">
            <a:noFill/>
          </a:ln>
        </p:spPr>
      </p:pic>
      <p:grpSp>
        <p:nvGrpSpPr>
          <p:cNvPr id="613" name="Google Shape;157;p7"/>
          <p:cNvGrpSpPr/>
          <p:nvPr/>
        </p:nvGrpSpPr>
        <p:grpSpPr>
          <a:xfrm>
            <a:off x="-1080000" y="-463680"/>
            <a:ext cx="1962720" cy="2006640"/>
            <a:chOff x="-1080000" y="-463680"/>
            <a:chExt cx="1962720" cy="2006640"/>
          </a:xfrm>
        </p:grpSpPr>
        <p:pic>
          <p:nvPicPr>
            <p:cNvPr id="614" name="Google Shape;158;p7" descr=""/>
            <p:cNvPicPr/>
            <p:nvPr/>
          </p:nvPicPr>
          <p:blipFill>
            <a:blip r:embed="rId5">
              <a:alphaModFix amt="50000"/>
            </a:blip>
            <a:stretch/>
          </p:blipFill>
          <p:spPr>
            <a:xfrm flipH="1" rot="5400000">
              <a:off x="-1101960" y="-441720"/>
              <a:ext cx="2006640" cy="1962720"/>
            </a:xfrm>
            <a:prstGeom prst="rect">
              <a:avLst/>
            </a:prstGeom>
            <a:noFill/>
            <a:ln w="0">
              <a:noFill/>
            </a:ln>
          </p:spPr>
        </p:pic>
        <p:grpSp>
          <p:nvGrpSpPr>
            <p:cNvPr id="615" name="Google Shape;159;p7"/>
            <p:cNvGrpSpPr/>
            <p:nvPr/>
          </p:nvGrpSpPr>
          <p:grpSpPr>
            <a:xfrm>
              <a:off x="180360" y="344160"/>
              <a:ext cx="313920" cy="314280"/>
              <a:chOff x="180360" y="344160"/>
              <a:chExt cx="313920" cy="314280"/>
            </a:xfrm>
          </p:grpSpPr>
          <p:sp>
            <p:nvSpPr>
              <p:cNvPr id="616" name="Google Shape;160;p7"/>
              <p:cNvSpPr/>
              <p:nvPr/>
            </p:nvSpPr>
            <p:spPr>
              <a:xfrm>
                <a:off x="219600" y="374040"/>
                <a:ext cx="185400" cy="186120"/>
              </a:xfrm>
              <a:custGeom>
                <a:avLst/>
                <a:gdLst>
                  <a:gd name="textAreaLeft" fmla="*/ 0 w 185400"/>
                  <a:gd name="textAreaRight" fmla="*/ 186120 w 185400"/>
                  <a:gd name="textAreaTop" fmla="*/ 0 h 186120"/>
                  <a:gd name="textAreaBottom" fmla="*/ 186840 h 18612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7" name="Google Shape;161;p7"/>
              <p:cNvSpPr/>
              <p:nvPr/>
            </p:nvSpPr>
            <p:spPr>
              <a:xfrm>
                <a:off x="180360" y="344160"/>
                <a:ext cx="313920" cy="314280"/>
              </a:xfrm>
              <a:custGeom>
                <a:avLst/>
                <a:gdLst>
                  <a:gd name="textAreaLeft" fmla="*/ 0 w 313920"/>
                  <a:gd name="textAreaRight" fmla="*/ 314640 w 313920"/>
                  <a:gd name="textAreaTop" fmla="*/ 0 h 314280"/>
                  <a:gd name="textAreaBottom" fmla="*/ 315000 h 31428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18" name="Google Shape;162;p7"/>
            <p:cNvGrpSpPr/>
            <p:nvPr/>
          </p:nvGrpSpPr>
          <p:grpSpPr>
            <a:xfrm>
              <a:off x="149760" y="954360"/>
              <a:ext cx="375120" cy="387720"/>
              <a:chOff x="149760" y="954360"/>
              <a:chExt cx="375120" cy="387720"/>
            </a:xfrm>
          </p:grpSpPr>
          <p:sp>
            <p:nvSpPr>
              <p:cNvPr id="619" name="Google Shape;163;p7"/>
              <p:cNvSpPr/>
              <p:nvPr/>
            </p:nvSpPr>
            <p:spPr>
              <a:xfrm>
                <a:off x="149760" y="954360"/>
                <a:ext cx="375120" cy="244800"/>
              </a:xfrm>
              <a:custGeom>
                <a:avLst/>
                <a:gdLst>
                  <a:gd name="textAreaLeft" fmla="*/ 0 w 375120"/>
                  <a:gd name="textAreaRight" fmla="*/ 375840 w 375120"/>
                  <a:gd name="textAreaTop" fmla="*/ 0 h 244800"/>
                  <a:gd name="textAreaBottom" fmla="*/ 245520 h 2448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0" name="Google Shape;164;p7"/>
              <p:cNvSpPr/>
              <p:nvPr/>
            </p:nvSpPr>
            <p:spPr>
              <a:xfrm>
                <a:off x="412560" y="1293480"/>
                <a:ext cx="46440" cy="48600"/>
              </a:xfrm>
              <a:custGeom>
                <a:avLst/>
                <a:gdLst>
                  <a:gd name="textAreaLeft" fmla="*/ 0 w 46440"/>
                  <a:gd name="textAreaRight" fmla="*/ 47160 w 46440"/>
                  <a:gd name="textAreaTop" fmla="*/ 0 h 48600"/>
                  <a:gd name="textAreaBottom" fmla="*/ 49320 h 4860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fillRef idx="0"/>
              <a:effectRef idx="0"/>
              <a:fontRef idx="minor"/>
            </p:style>
            <p:txBody>
              <a:bodyPr lIns="90000" rIns="90000" tIns="24480" bIns="2448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1" name="Google Shape;165;p7"/>
              <p:cNvSpPr/>
              <p:nvPr/>
            </p:nvSpPr>
            <p:spPr>
              <a:xfrm>
                <a:off x="352800" y="1218240"/>
                <a:ext cx="142560" cy="51120"/>
              </a:xfrm>
              <a:custGeom>
                <a:avLst/>
                <a:gdLst>
                  <a:gd name="textAreaLeft" fmla="*/ 0 w 142560"/>
                  <a:gd name="textAreaRight" fmla="*/ 143280 w 142560"/>
                  <a:gd name="textAreaTop" fmla="*/ 0 h 51120"/>
                  <a:gd name="textAreaBottom" fmla="*/ 51840 h 511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fillRef idx="0"/>
              <a:effectRef idx="0"/>
              <a:fontRef idx="minor"/>
            </p:style>
            <p:txBody>
              <a:bodyPr lIns="90000" rIns="90000" tIns="25920" bIns="25920" anchor="t">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622" name="PlaceHolder 1"/>
          <p:cNvSpPr>
            <a:spLocks noGrp="1"/>
          </p:cNvSpPr>
          <p:nvPr>
            <p:ph type="title"/>
          </p:nvPr>
        </p:nvSpPr>
        <p:spPr>
          <a:xfrm>
            <a:off x="713160" y="878760"/>
            <a:ext cx="3983040" cy="1027080"/>
          </a:xfrm>
          <a:prstGeom prst="rect">
            <a:avLst/>
          </a:prstGeom>
          <a:noFill/>
          <a:ln w="0">
            <a:noFill/>
          </a:ln>
        </p:spPr>
        <p:txBody>
          <a:bodyPr lIns="91440" rIns="91440" tIns="91440" bIns="91440" anchor="b">
            <a:noAutofit/>
          </a:bodyPr>
          <a:p>
            <a:pPr indent="0">
              <a:lnSpc>
                <a:spcPct val="100000"/>
              </a:lnSpc>
              <a:buNone/>
              <a:tabLst>
                <a:tab algn="l" pos="0"/>
              </a:tabLst>
            </a:pPr>
            <a:r>
              <a:rPr b="0" lang="fr-FR" sz="3000" strike="noStrike" u="none">
                <a:solidFill>
                  <a:schemeClr val="dk1"/>
                </a:solidFill>
                <a:effectLst/>
                <a:uFillTx/>
                <a:latin typeface="Arial"/>
              </a:rPr>
              <a:t>Click to edit the title text format</a:t>
            </a:r>
            <a:endParaRPr b="0" lang="en-US" sz="3000" strike="noStrike" u="none">
              <a:solidFill>
                <a:srgbClr val="ffffff"/>
              </a:solidFill>
              <a:effectLst/>
              <a:uFillTx/>
              <a:latin typeface="Arial"/>
            </a:endParaRPr>
          </a:p>
        </p:txBody>
      </p:sp>
      <p:sp>
        <p:nvSpPr>
          <p:cNvPr id="623" name="PlaceHolder 2"/>
          <p:cNvSpPr>
            <a:spLocks noGrp="1"/>
          </p:cNvSpPr>
          <p:nvPr>
            <p:ph type="body"/>
          </p:nvPr>
        </p:nvSpPr>
        <p:spPr>
          <a:xfrm>
            <a:off x="5163840" y="539640"/>
            <a:ext cx="3266280" cy="4063680"/>
          </a:xfrm>
          <a:prstGeom prst="rect">
            <a:avLst/>
          </a:prstGeom>
          <a:noFill/>
          <a:ln w="0">
            <a:noFill/>
          </a:ln>
        </p:spPr>
        <p:txBody>
          <a:bodyPr lIns="90000" rIns="90000" tIns="45000" bIns="45000" anchor="t">
            <a:normAutofit fontScale="55000" lnSpcReduction="19999"/>
          </a:bodyPr>
          <a:p>
            <a:pPr marL="432000" indent="-324000">
              <a:lnSpc>
                <a:spcPct val="100000"/>
              </a:lnSpc>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rgbClr val="ffffff"/>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rgbClr val="0e2a47"/>
        </a:solidFill>
      </p:bgPr>
    </p:bg>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rgbClr val="0e2a47"/>
        </a:solidFill>
      </p:bgPr>
    </p:bg>
    <p:spTree>
      <p:nvGrpSpPr>
        <p:cNvPr id="1" name=""/>
        <p:cNvGrpSpPr/>
        <p:nvPr/>
      </p:nvGrpSpPr>
      <p:grpSpPr>
        <a:xfrm>
          <a:off x="0" y="0"/>
          <a:ext cx="0" cy="0"/>
          <a:chOff x="0" y="0"/>
          <a:chExt cx="0" cy="0"/>
        </a:xfrm>
      </p:grpSpPr>
      <p:sp>
        <p:nvSpPr>
          <p:cNvPr id="624" name="PlaceHolder 1"/>
          <p:cNvSpPr>
            <a:spLocks noGrp="1"/>
          </p:cNvSpPr>
          <p:nvPr>
            <p:ph type="title"/>
          </p:nvPr>
        </p:nvSpPr>
        <p:spPr>
          <a:xfrm>
            <a:off x="723600" y="511200"/>
            <a:ext cx="769644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dk1"/>
                </a:solidFill>
                <a:effectLst/>
                <a:uFillTx/>
                <a:latin typeface="Arial"/>
              </a:rPr>
              <a:t>Click to edit the title text format</a:t>
            </a:r>
            <a:endParaRPr b="0" lang="en-US" sz="2400" strike="noStrike" u="none">
              <a:solidFill>
                <a:srgbClr val="ffffff"/>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
</Relationships>
</file>

<file path=ppt/slideMasters/_rels/slideMaster8.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14.xml"/>
</Relationships>
</file>

<file path=ppt/slideMasters/_rels/slideMaster10.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
</Relationships>
</file>

<file path=ppt/slideMasters/_rels/slideMaster2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26.xml"/><Relationship Id="rId3" Type="http://schemas.openxmlformats.org/officeDocument/2006/relationships/slideLayout" Target="../slideLayouts/slideLayout2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308" name="Google Shape;9;p2" descr=""/>
          <p:cNvPicPr/>
          <p:nvPr/>
        </p:nvPicPr>
        <p:blipFill>
          <a:blip r:embed="rId2"/>
          <a:srcRect l="0" t="1844" r="1844" b="0"/>
          <a:stretch/>
        </p:blipFill>
        <p:spPr>
          <a:xfrm>
            <a:off x="0" y="0"/>
            <a:ext cx="9143280" cy="5142960"/>
          </a:xfrm>
          <a:prstGeom prst="rect">
            <a:avLst/>
          </a:prstGeom>
          <a:noFill/>
          <a:ln w="0">
            <a:noFill/>
          </a:ln>
        </p:spPr>
      </p:pic>
      <p:pic>
        <p:nvPicPr>
          <p:cNvPr id="309" name="Google Shape;10;p2" descr=""/>
          <p:cNvPicPr/>
          <p:nvPr/>
        </p:nvPicPr>
        <p:blipFill>
          <a:blip r:embed="rId3">
            <a:alphaModFix amt="60000"/>
          </a:blip>
          <a:srcRect l="0" t="0" r="0" b="1681"/>
          <a:stretch/>
        </p:blipFill>
        <p:spPr>
          <a:xfrm>
            <a:off x="0" y="0"/>
            <a:ext cx="2740320" cy="5142960"/>
          </a:xfrm>
          <a:prstGeom prst="rect">
            <a:avLst/>
          </a:prstGeom>
          <a:noFill/>
          <a:ln w="0">
            <a:noFill/>
          </a:ln>
        </p:spPr>
      </p:pic>
      <p:grpSp>
        <p:nvGrpSpPr>
          <p:cNvPr id="310" name="Google Shape;11;p2"/>
          <p:cNvGrpSpPr/>
          <p:nvPr/>
        </p:nvGrpSpPr>
        <p:grpSpPr>
          <a:xfrm>
            <a:off x="-2166120" y="-2744640"/>
            <a:ext cx="13379400" cy="9878040"/>
            <a:chOff x="-2166120" y="-2744640"/>
            <a:chExt cx="13379400" cy="9878040"/>
          </a:xfrm>
        </p:grpSpPr>
        <p:pic>
          <p:nvPicPr>
            <p:cNvPr id="311" name="Google Shape;12;p2" descr=""/>
            <p:cNvPicPr/>
            <p:nvPr/>
          </p:nvPicPr>
          <p:blipFill>
            <a:blip r:embed="rId4">
              <a:alphaModFix amt="50000"/>
            </a:blip>
            <a:stretch/>
          </p:blipFill>
          <p:spPr>
            <a:xfrm rot="7507200">
              <a:off x="7163640" y="3111480"/>
              <a:ext cx="3409560" cy="3335400"/>
            </a:xfrm>
            <a:prstGeom prst="rect">
              <a:avLst/>
            </a:prstGeom>
            <a:noFill/>
            <a:ln w="0">
              <a:noFill/>
            </a:ln>
          </p:spPr>
        </p:pic>
        <p:pic>
          <p:nvPicPr>
            <p:cNvPr id="312" name="Google Shape;13;p2" descr=""/>
            <p:cNvPicPr/>
            <p:nvPr/>
          </p:nvPicPr>
          <p:blipFill>
            <a:blip r:embed="rId5">
              <a:alphaModFix amt="50000"/>
            </a:blip>
            <a:stretch/>
          </p:blipFill>
          <p:spPr>
            <a:xfrm rot="3138600">
              <a:off x="-1483200" y="-2016360"/>
              <a:ext cx="3541320" cy="3464280"/>
            </a:xfrm>
            <a:prstGeom prst="rect">
              <a:avLst/>
            </a:prstGeom>
            <a:noFill/>
            <a:ln w="0">
              <a:noFill/>
            </a:ln>
          </p:spPr>
        </p:pic>
      </p:grpSp>
      <p:sp>
        <p:nvSpPr>
          <p:cNvPr id="313" name="PlaceHolder 1"/>
          <p:cNvSpPr>
            <a:spLocks noGrp="1"/>
          </p:cNvSpPr>
          <p:nvPr>
            <p:ph type="title"/>
          </p:nvPr>
        </p:nvSpPr>
        <p:spPr>
          <a:xfrm>
            <a:off x="2007720" y="1080720"/>
            <a:ext cx="6719040" cy="1496520"/>
          </a:xfrm>
          <a:prstGeom prst="rect">
            <a:avLst/>
          </a:prstGeom>
          <a:noFill/>
          <a:ln w="0">
            <a:noFill/>
          </a:ln>
        </p:spPr>
        <p:txBody>
          <a:bodyPr lIns="91440" rIns="91440" tIns="91440" bIns="91440" anchor="b">
            <a:noAutofit/>
          </a:bodyPr>
          <a:p>
            <a:pPr indent="0">
              <a:lnSpc>
                <a:spcPct val="100000"/>
              </a:lnSpc>
              <a:buNone/>
              <a:tabLst>
                <a:tab algn="l" pos="0"/>
              </a:tabLst>
            </a:pPr>
            <a:r>
              <a:rPr b="0" lang="fr-FR" sz="3800" strike="noStrike" u="none">
                <a:solidFill>
                  <a:schemeClr val="dk1"/>
                </a:solidFill>
                <a:effectLst/>
                <a:uFillTx/>
                <a:latin typeface="Arial"/>
              </a:rPr>
              <a:t>Click to edit the title text format</a:t>
            </a:r>
            <a:endParaRPr b="0" lang="en-US" sz="3800" strike="noStrike" u="none">
              <a:solidFill>
                <a:srgbClr val="ffffff"/>
              </a:solidFill>
              <a:effectLst/>
              <a:uFillTx/>
              <a:latin typeface="Arial"/>
            </a:endParaRPr>
          </a:p>
        </p:txBody>
      </p:sp>
      <p:sp>
        <p:nvSpPr>
          <p:cNvPr id="314"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rgbClr val="ffffff"/>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63" r:id="rId6"/>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2"/>
    <p:sldLayoutId id="2147483666"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8" r:id="rId2"/>
    <p:sldLayoutId id="2147483679"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9.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title"/>
          </p:nvPr>
        </p:nvSpPr>
        <p:spPr>
          <a:xfrm>
            <a:off x="2009880" y="1076400"/>
            <a:ext cx="6714360" cy="1494720"/>
          </a:xfrm>
          <a:prstGeom prst="rect">
            <a:avLst/>
          </a:prstGeom>
          <a:noFill/>
          <a:ln w="0">
            <a:noFill/>
          </a:ln>
        </p:spPr>
        <p:txBody>
          <a:bodyPr lIns="91440" rIns="91440" tIns="91440" bIns="91440" anchor="b">
            <a:normAutofit/>
          </a:bodyPr>
          <a:p>
            <a:pPr indent="0">
              <a:lnSpc>
                <a:spcPct val="100000"/>
              </a:lnSpc>
              <a:buNone/>
              <a:tabLst>
                <a:tab algn="l" pos="0"/>
              </a:tabLst>
            </a:pPr>
            <a:r>
              <a:rPr b="1" lang="en" sz="3800" strike="noStrike" u="none">
                <a:solidFill>
                  <a:schemeClr val="dk1"/>
                </a:solidFill>
                <a:effectLst/>
                <a:uFillTx/>
                <a:latin typeface="Montserrat"/>
                <a:ea typeface="Montserrat"/>
              </a:rPr>
              <a:t>Software Solution for Movie Studio Management</a:t>
            </a:r>
            <a:endParaRPr b="0" lang="en-US" sz="3800" strike="noStrike" u="none">
              <a:solidFill>
                <a:srgbClr val="ffffff"/>
              </a:solidFill>
              <a:effectLst/>
              <a:uFillTx/>
              <a:latin typeface="Arial"/>
            </a:endParaRPr>
          </a:p>
        </p:txBody>
      </p:sp>
      <p:sp>
        <p:nvSpPr>
          <p:cNvPr id="632" name="PlaceHolder 2"/>
          <p:cNvSpPr>
            <a:spLocks noGrp="1"/>
          </p:cNvSpPr>
          <p:nvPr>
            <p:ph type="subTitle"/>
          </p:nvPr>
        </p:nvSpPr>
        <p:spPr>
          <a:xfrm>
            <a:off x="2009880" y="2581200"/>
            <a:ext cx="5361840" cy="47556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trike="noStrike" u="none">
                <a:solidFill>
                  <a:schemeClr val="dk1"/>
                </a:solidFill>
                <a:effectLst/>
                <a:uFillTx/>
                <a:latin typeface="Actor"/>
                <a:ea typeface="Actor"/>
              </a:rPr>
              <a:t>Overview of a modular cloud native software solution.</a:t>
            </a:r>
            <a:endParaRPr b="0" lang="en-US" sz="1600" strike="noStrike" u="none">
              <a:solidFill>
                <a:srgbClr val="ffffff"/>
              </a:solidFill>
              <a:effectLst/>
              <a:uFillTx/>
              <a:latin typeface="Arial"/>
            </a:endParaRPr>
          </a:p>
        </p:txBody>
      </p:sp>
      <p:cxnSp>
        <p:nvCxnSpPr>
          <p:cNvPr id="633" name="Google Shape;813;p29"/>
          <p:cNvCxnSpPr/>
          <p:nvPr/>
        </p:nvCxnSpPr>
        <p:spPr>
          <a:xfrm>
            <a:off x="2104560" y="2577960"/>
            <a:ext cx="6064560" cy="72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title"/>
          </p:nvPr>
        </p:nvSpPr>
        <p:spPr>
          <a:xfrm>
            <a:off x="714240" y="876240"/>
            <a:ext cx="3980880" cy="102816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trike="noStrike" u="none">
                <a:solidFill>
                  <a:schemeClr val="dk1"/>
                </a:solidFill>
                <a:effectLst/>
                <a:uFillTx/>
                <a:latin typeface="Montserrat"/>
                <a:ea typeface="Montserrat"/>
              </a:rPr>
              <a:t>Introduction</a:t>
            </a:r>
            <a:endParaRPr b="0" lang="en-US" sz="3000" strike="noStrike" u="none">
              <a:solidFill>
                <a:srgbClr val="ffffff"/>
              </a:solidFill>
              <a:effectLst/>
              <a:uFillTx/>
              <a:latin typeface="Arial"/>
            </a:endParaRPr>
          </a:p>
        </p:txBody>
      </p:sp>
      <p:sp>
        <p:nvSpPr>
          <p:cNvPr id="635" name="PlaceHolder 2"/>
          <p:cNvSpPr>
            <a:spLocks noGrp="1"/>
          </p:cNvSpPr>
          <p:nvPr>
            <p:ph type="subTitle"/>
          </p:nvPr>
        </p:nvSpPr>
        <p:spPr>
          <a:xfrm>
            <a:off x="714240" y="1962000"/>
            <a:ext cx="3980880" cy="2838600"/>
          </a:xfrm>
          <a:prstGeom prst="rect">
            <a:avLst/>
          </a:prstGeom>
          <a:noFill/>
          <a:ln w="0">
            <a:noFill/>
          </a:ln>
        </p:spPr>
        <p:txBody>
          <a:bodyPr lIns="91440" rIns="91440" tIns="91440" bIns="91440" anchor="t">
            <a:normAutofit fontScale="47500" lnSpcReduction="19999"/>
          </a:bodyPr>
          <a:p>
            <a:pPr indent="0">
              <a:lnSpc>
                <a:spcPct val="100000"/>
              </a:lnSpc>
              <a:spcBef>
                <a:spcPts val="1191"/>
              </a:spcBef>
              <a:spcAft>
                <a:spcPts val="992"/>
              </a:spcAft>
              <a:buNone/>
              <a:tabLst>
                <a:tab algn="l" pos="0"/>
              </a:tabLst>
            </a:pPr>
            <a:r>
              <a:rPr b="0" lang="en" sz="2800" strike="noStrike" u="none">
                <a:solidFill>
                  <a:schemeClr val="dk1"/>
                </a:solidFill>
                <a:effectLst/>
                <a:uFillTx/>
                <a:latin typeface="SF Pro Display"/>
                <a:ea typeface="Actor"/>
              </a:rPr>
              <a:t>Managing a movie studio involves complex workflows—from production planning and asset tracking to HR and access control. To streamline these operations, we’ve designed a modular, cloud-native solution built on SAP CAP best practices.</a:t>
            </a:r>
            <a:endParaRPr b="0" lang="en-US" sz="28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0" lang="en" sz="2800" strike="noStrike" u="none">
                <a:solidFill>
                  <a:schemeClr val="dk1"/>
                </a:solidFill>
                <a:effectLst/>
                <a:uFillTx/>
                <a:latin typeface="SF Pro Display"/>
                <a:ea typeface="Actor"/>
              </a:rPr>
              <a:t>This solution ensures clear separation of concerns, offering dedicated modules for core functions while meeting critical non-functional requirements like multi-language support, mobile accessibility, and role-based security.</a:t>
            </a:r>
            <a:endParaRPr b="0" lang="en-US" sz="28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0" lang="en" sz="2800" strike="noStrike" u="none">
                <a:solidFill>
                  <a:schemeClr val="dk1"/>
                </a:solidFill>
                <a:effectLst/>
                <a:uFillTx/>
                <a:latin typeface="SF Pro Display"/>
                <a:ea typeface="Actor"/>
              </a:rPr>
              <a:t>In this presentation, we’ll explore how our architecture delivers flexibility, scalability, and efficiency for modern studio management.</a:t>
            </a:r>
            <a:endParaRPr b="0" lang="en-US" sz="2800" strike="noStrike" u="none">
              <a:solidFill>
                <a:srgbClr val="ffffff"/>
              </a:solidFill>
              <a:effectLst/>
              <a:uFillTx/>
              <a:latin typeface="Arial"/>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p:txBody>
      </p:sp>
      <p:pic>
        <p:nvPicPr>
          <p:cNvPr id="636" name="Google Shape;846;p32" descr=""/>
          <p:cNvPicPr/>
          <p:nvPr/>
        </p:nvPicPr>
        <p:blipFill>
          <a:blip r:embed="rId1"/>
          <a:srcRect l="0" t="15165" r="0" b="15165"/>
          <a:stretch/>
        </p:blipFill>
        <p:spPr>
          <a:xfrm>
            <a:off x="5009760" y="0"/>
            <a:ext cx="4133520" cy="51429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title"/>
          </p:nvPr>
        </p:nvSpPr>
        <p:spPr>
          <a:xfrm>
            <a:off x="1866960" y="2181240"/>
            <a:ext cx="5409360" cy="16279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1" lang="en" sz="4800" strike="noStrike" u="none">
                <a:solidFill>
                  <a:schemeClr val="dk1"/>
                </a:solidFill>
                <a:effectLst/>
                <a:uFillTx/>
                <a:latin typeface="Montserrat"/>
                <a:ea typeface="Montserrat"/>
              </a:rPr>
              <a:t>Software Solution Overview</a:t>
            </a:r>
            <a:endParaRPr b="0" lang="en-US" sz="4800" strike="noStrike" u="none">
              <a:solidFill>
                <a:srgbClr val="ffffff"/>
              </a:solidFill>
              <a:effectLst/>
              <a:uFillTx/>
              <a:latin typeface="Arial"/>
            </a:endParaRPr>
          </a:p>
        </p:txBody>
      </p:sp>
      <p:sp>
        <p:nvSpPr>
          <p:cNvPr id="638" name="PlaceHolder 2"/>
          <p:cNvSpPr>
            <a:spLocks noGrp="1"/>
          </p:cNvSpPr>
          <p:nvPr>
            <p:ph type="title"/>
          </p:nvPr>
        </p:nvSpPr>
        <p:spPr>
          <a:xfrm>
            <a:off x="1866960" y="1333440"/>
            <a:ext cx="1475640" cy="83736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 sz="6000" strike="noStrike" u="none">
                <a:solidFill>
                  <a:schemeClr val="lt1"/>
                </a:solidFill>
                <a:effectLst/>
                <a:uFillTx/>
                <a:latin typeface="Montserrat"/>
                <a:ea typeface="Montserrat"/>
              </a:rPr>
              <a:t>01</a:t>
            </a:r>
            <a:endParaRPr b="0" lang="en-US" sz="6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title"/>
          </p:nvPr>
        </p:nvSpPr>
        <p:spPr>
          <a:xfrm>
            <a:off x="714240" y="876240"/>
            <a:ext cx="3980880" cy="1028160"/>
          </a:xfrm>
          <a:prstGeom prst="rect">
            <a:avLst/>
          </a:prstGeom>
          <a:noFill/>
          <a:ln w="0">
            <a:noFill/>
          </a:ln>
        </p:spPr>
        <p:txBody>
          <a:bodyPr lIns="91440" rIns="91440" tIns="91440" bIns="91440" anchor="ctr">
            <a:normAutofit/>
          </a:bodyPr>
          <a:p>
            <a:pPr indent="0">
              <a:lnSpc>
                <a:spcPct val="100000"/>
              </a:lnSpc>
              <a:spcBef>
                <a:spcPts val="1191"/>
              </a:spcBef>
              <a:spcAft>
                <a:spcPts val="992"/>
              </a:spcAft>
              <a:buNone/>
              <a:tabLst>
                <a:tab algn="l" pos="0"/>
              </a:tabLst>
            </a:pPr>
            <a:r>
              <a:rPr b="1" lang="en" sz="2200" strike="noStrike" u="none">
                <a:solidFill>
                  <a:schemeClr val="dk1"/>
                </a:solidFill>
                <a:effectLst/>
                <a:uFillTx/>
                <a:latin typeface="SF Pro Display"/>
                <a:ea typeface="Montserrat"/>
              </a:rPr>
              <a:t>Modular, Cloud-Native Architecture</a:t>
            </a:r>
            <a:endParaRPr b="0" lang="en-US" sz="2200" strike="noStrike" u="none">
              <a:solidFill>
                <a:srgbClr val="ffffff"/>
              </a:solidFill>
              <a:effectLst/>
              <a:uFillTx/>
              <a:latin typeface="Arial"/>
            </a:endParaRPr>
          </a:p>
        </p:txBody>
      </p:sp>
      <p:sp>
        <p:nvSpPr>
          <p:cNvPr id="640" name="PlaceHolder 2"/>
          <p:cNvSpPr>
            <a:spLocks noGrp="1"/>
          </p:cNvSpPr>
          <p:nvPr>
            <p:ph type="subTitle"/>
          </p:nvPr>
        </p:nvSpPr>
        <p:spPr>
          <a:xfrm>
            <a:off x="714240" y="2514600"/>
            <a:ext cx="3980880" cy="1742040"/>
          </a:xfrm>
          <a:prstGeom prst="rect">
            <a:avLst/>
          </a:prstGeom>
          <a:noFill/>
          <a:ln w="0">
            <a:noFill/>
          </a:ln>
        </p:spPr>
        <p:txBody>
          <a:bodyPr numCol="2" spcCol="0" lIns="91440" rIns="91440" tIns="91440" bIns="91440" anchor="t">
            <a:normAutofit/>
          </a:bodyPr>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Core Modules</a:t>
            </a:r>
            <a:r>
              <a:rPr b="0" lang="en" sz="1200" strike="noStrike" u="none">
                <a:solidFill>
                  <a:schemeClr val="dk1"/>
                </a:solidFill>
                <a:effectLst/>
                <a:uFillTx/>
                <a:latin typeface="SF Pro Display"/>
                <a:ea typeface="Actor"/>
              </a:rPr>
              <a:t>: </a:t>
            </a:r>
            <a:endParaRPr b="0" lang="en-US" sz="1200" strike="noStrike" u="none">
              <a:solidFill>
                <a:srgbClr val="ffffff"/>
              </a:solidFill>
              <a:effectLst/>
              <a:uFillTx/>
              <a:latin typeface="SF Pro Display"/>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Movies</a:t>
            </a:r>
            <a:endParaRPr b="0" lang="en-US" sz="1200" strike="noStrike" u="none">
              <a:solidFill>
                <a:srgbClr val="ffffff"/>
              </a:solidFill>
              <a:effectLst/>
              <a:uFillTx/>
              <a:latin typeface="SF Pro Display"/>
              <a:ea typeface="Noto Sans CJK SC"/>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Assets</a:t>
            </a:r>
            <a:endParaRPr b="0" lang="en-US" sz="1200" strike="noStrike" u="none">
              <a:solidFill>
                <a:srgbClr val="ffffff"/>
              </a:solidFill>
              <a:effectLst/>
              <a:uFillTx/>
              <a:latin typeface="SF Pro Display"/>
              <a:ea typeface="Noto Sans CJK SC"/>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HR</a:t>
            </a:r>
            <a:endParaRPr b="0" lang="en-US" sz="1200" strike="noStrike" u="none">
              <a:solidFill>
                <a:srgbClr val="ffffff"/>
              </a:solidFill>
              <a:effectLst/>
              <a:uFillTx/>
              <a:latin typeface="SF Pro Display"/>
              <a:ea typeface="Noto Sans CJK SC"/>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Admin/Config</a:t>
            </a:r>
            <a:endParaRPr b="0" lang="en-US" sz="1200" strike="noStrike" u="none">
              <a:solidFill>
                <a:srgbClr val="ffffff"/>
              </a:solidFill>
              <a:effectLst/>
              <a:uFillTx/>
              <a:latin typeface="SF Pro Display"/>
              <a:ea typeface="Noto Sans CJK SC"/>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SF Pro Display"/>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Cross-Cutting Features</a:t>
            </a:r>
            <a:r>
              <a:rPr b="0" lang="en" sz="1200" strike="noStrike" u="none">
                <a:solidFill>
                  <a:schemeClr val="dk1"/>
                </a:solidFill>
                <a:effectLst/>
                <a:uFillTx/>
                <a:latin typeface="SF Pro Display"/>
                <a:ea typeface="Actor"/>
              </a:rPr>
              <a:t>:</a:t>
            </a:r>
            <a:endParaRPr b="0" lang="en-US" sz="1200" strike="noStrike" u="none">
              <a:solidFill>
                <a:srgbClr val="ffffff"/>
              </a:solidFill>
              <a:effectLst/>
              <a:uFillTx/>
              <a:latin typeface="SF Pro Display"/>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RBAC</a:t>
            </a:r>
            <a:endParaRPr b="0" lang="en-US" sz="1200" strike="noStrike" u="none">
              <a:solidFill>
                <a:srgbClr val="ffffff"/>
              </a:solidFill>
              <a:effectLst/>
              <a:uFillTx/>
              <a:latin typeface="SF Pro Display"/>
              <a:ea typeface="Noto Sans CJK SC"/>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I18n</a:t>
            </a:r>
            <a:endParaRPr b="0" lang="en-US" sz="1200" strike="noStrike" u="none">
              <a:solidFill>
                <a:srgbClr val="ffffff"/>
              </a:solidFill>
              <a:effectLst/>
              <a:uFillTx/>
              <a:latin typeface="SF Pro Display"/>
              <a:ea typeface="Noto Sans CJK SC"/>
            </a:endParaRPr>
          </a:p>
          <a:p>
            <a:pPr marL="216000" indent="-216000">
              <a:lnSpc>
                <a:spcPct val="100000"/>
              </a:lnSpc>
              <a:spcBef>
                <a:spcPts val="340"/>
              </a:spcBef>
              <a:spcAft>
                <a:spcPts val="142"/>
              </a:spcAft>
              <a:buClr>
                <a:srgbClr val="ffffff"/>
              </a:buClr>
              <a:buSzPct val="45000"/>
              <a:buFont typeface="Wingdings" charset="2"/>
              <a:buChar char=""/>
              <a:tabLst>
                <a:tab algn="l" pos="0"/>
              </a:tabLst>
            </a:pPr>
            <a:r>
              <a:rPr b="0" lang="en" sz="1200" strike="noStrike" u="none">
                <a:solidFill>
                  <a:schemeClr val="dk1"/>
                </a:solidFill>
                <a:effectLst/>
                <a:uFillTx/>
                <a:latin typeface="SF Pro Display"/>
                <a:ea typeface="Actor"/>
              </a:rPr>
              <a:t>Cloud-Native Deployment</a:t>
            </a:r>
            <a:endParaRPr b="0" lang="en-US" sz="1200" strike="noStrike" u="none">
              <a:solidFill>
                <a:srgbClr val="ffffff"/>
              </a:solidFill>
              <a:effectLst/>
              <a:uFillTx/>
              <a:latin typeface="SF Pro Display"/>
              <a:ea typeface="Noto Sans CJK SC"/>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SF Pro Display"/>
            </a:endParaRPr>
          </a:p>
        </p:txBody>
      </p:sp>
      <p:sp>
        <p:nvSpPr>
          <p:cNvPr id="641" name=""/>
          <p:cNvSpPr txBox="1"/>
          <p:nvPr/>
        </p:nvSpPr>
        <p:spPr>
          <a:xfrm>
            <a:off x="685800" y="1828800"/>
            <a:ext cx="4114800" cy="685800"/>
          </a:xfrm>
          <a:prstGeom prst="rect">
            <a:avLst/>
          </a:prstGeom>
          <a:noFill/>
          <a:ln w="0">
            <a:noFill/>
          </a:ln>
        </p:spPr>
        <p:txBody>
          <a:bodyPr lIns="90000" rIns="90000" tIns="45000" bIns="45000" anchor="t">
            <a:spAutoFit/>
          </a:bodyPr>
          <a:p>
            <a:pPr>
              <a:lnSpc>
                <a:spcPct val="100000"/>
              </a:lnSpc>
              <a:spcBef>
                <a:spcPts val="1191"/>
              </a:spcBef>
              <a:spcAft>
                <a:spcPts val="992"/>
              </a:spcAft>
              <a:tabLst>
                <a:tab algn="l" pos="0"/>
              </a:tabLst>
            </a:pPr>
            <a:r>
              <a:rPr b="0" lang="en" sz="1200" strike="noStrike" u="none">
                <a:solidFill>
                  <a:schemeClr val="dk1"/>
                </a:solidFill>
                <a:effectLst/>
                <a:uFillTx/>
                <a:latin typeface="SF Pro Display"/>
                <a:ea typeface="Actor"/>
              </a:rPr>
              <a:t>Our solution follows SAP CAP’s separation of concerns, with independent modules for core functions, ensuring scalability and maintainability.</a:t>
            </a:r>
            <a:endParaRPr b="0" lang="en-US" sz="1200" strike="noStrike" u="none">
              <a:solidFill>
                <a:srgbClr val="ffffff"/>
              </a:solidFill>
              <a:effectLst/>
              <a:uFillTx/>
              <a:latin typeface="Arial"/>
            </a:endParaRPr>
          </a:p>
        </p:txBody>
      </p:sp>
      <p:pic>
        <p:nvPicPr>
          <p:cNvPr id="642" name="" descr=""/>
          <p:cNvPicPr/>
          <p:nvPr/>
        </p:nvPicPr>
        <p:blipFill>
          <a:blip r:embed="rId1"/>
          <a:stretch/>
        </p:blipFill>
        <p:spPr>
          <a:xfrm>
            <a:off x="4803480" y="2057400"/>
            <a:ext cx="4111920" cy="18795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title"/>
          </p:nvPr>
        </p:nvSpPr>
        <p:spPr>
          <a:xfrm>
            <a:off x="1667520" y="943560"/>
            <a:ext cx="5419080" cy="656640"/>
          </a:xfrm>
          <a:prstGeom prst="rect">
            <a:avLst/>
          </a:prstGeom>
          <a:noFill/>
          <a:ln w="0">
            <a:noFill/>
          </a:ln>
        </p:spPr>
        <p:txBody>
          <a:bodyPr lIns="91440" rIns="91440" tIns="91440" bIns="91440" anchor="b">
            <a:normAutofit/>
          </a:bodyPr>
          <a:p>
            <a:pPr indent="0">
              <a:lnSpc>
                <a:spcPct val="100000"/>
              </a:lnSpc>
              <a:spcBef>
                <a:spcPts val="1191"/>
              </a:spcBef>
              <a:spcAft>
                <a:spcPts val="992"/>
              </a:spcAft>
              <a:buNone/>
              <a:tabLst>
                <a:tab algn="l" pos="0"/>
              </a:tabLst>
            </a:pPr>
            <a:r>
              <a:rPr b="1" lang="en" sz="3000" strike="noStrike" u="none">
                <a:solidFill>
                  <a:schemeClr val="dk1"/>
                </a:solidFill>
                <a:effectLst/>
                <a:uFillTx/>
                <a:latin typeface="SF Pro Display"/>
                <a:ea typeface="Montserrat"/>
              </a:rPr>
              <a:t>Key Functional Modules</a:t>
            </a:r>
            <a:endParaRPr b="0" lang="en-US" sz="3000" strike="noStrike" u="none">
              <a:solidFill>
                <a:srgbClr val="ffffff"/>
              </a:solidFill>
              <a:effectLst/>
              <a:uFillTx/>
              <a:latin typeface="SF Pro Display"/>
            </a:endParaRPr>
          </a:p>
        </p:txBody>
      </p:sp>
      <p:sp>
        <p:nvSpPr>
          <p:cNvPr id="644" name="PlaceHolder 2"/>
          <p:cNvSpPr>
            <a:spLocks noGrp="1"/>
          </p:cNvSpPr>
          <p:nvPr>
            <p:ph type="subTitle"/>
          </p:nvPr>
        </p:nvSpPr>
        <p:spPr>
          <a:xfrm>
            <a:off x="1717560" y="2064600"/>
            <a:ext cx="5597640" cy="2278800"/>
          </a:xfrm>
          <a:prstGeom prst="rect">
            <a:avLst/>
          </a:prstGeom>
          <a:noFill/>
          <a:ln w="0">
            <a:noFill/>
          </a:ln>
        </p:spPr>
        <p:txBody>
          <a:bodyPr lIns="91440" rIns="91440" tIns="91440" bIns="91440" anchor="t">
            <a:normAutofit/>
          </a:bodyPr>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Movie Management - </a:t>
            </a:r>
            <a:r>
              <a:rPr b="0" lang="en" sz="1200" strike="noStrike" u="none">
                <a:solidFill>
                  <a:schemeClr val="dk1"/>
                </a:solidFill>
                <a:effectLst/>
                <a:uFillTx/>
                <a:latin typeface="SF Pro Display"/>
                <a:ea typeface="Actor"/>
              </a:rPr>
              <a:t>Add/edit movies, metadata, and production timelines.</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Asset Tracking</a:t>
            </a:r>
            <a:r>
              <a:rPr b="0" lang="en" sz="1200" strike="noStrike" u="none">
                <a:solidFill>
                  <a:schemeClr val="dk1"/>
                </a:solidFill>
                <a:effectLst/>
                <a:uFillTx/>
                <a:latin typeface="SF Pro Display"/>
                <a:ea typeface="Actor"/>
              </a:rPr>
              <a:t> - Digital/physical asset lifecycle (scripts, props, contracts).</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HR &amp; Crew Management</a:t>
            </a:r>
            <a:r>
              <a:rPr b="0" lang="en" sz="1200" strike="noStrike" u="none">
                <a:solidFill>
                  <a:schemeClr val="dk1"/>
                </a:solidFill>
                <a:effectLst/>
                <a:uFillTx/>
                <a:latin typeface="SF Pro Display"/>
                <a:ea typeface="Actor"/>
              </a:rPr>
              <a:t> - Staff roles, schedules, payroll integration.</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Admin &amp; Configuration</a:t>
            </a:r>
            <a:r>
              <a:rPr b="0" lang="en" sz="1200" strike="noStrike" u="none">
                <a:solidFill>
                  <a:schemeClr val="dk1"/>
                </a:solidFill>
                <a:effectLst/>
                <a:uFillTx/>
                <a:latin typeface="SF Pro Display"/>
                <a:ea typeface="Actor"/>
              </a:rPr>
              <a:t> - studio-wide settings.</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title"/>
          </p:nvPr>
        </p:nvSpPr>
        <p:spPr>
          <a:xfrm>
            <a:off x="1667520" y="943560"/>
            <a:ext cx="5419080" cy="656640"/>
          </a:xfrm>
          <a:prstGeom prst="rect">
            <a:avLst/>
          </a:prstGeom>
          <a:noFill/>
          <a:ln w="0">
            <a:noFill/>
          </a:ln>
        </p:spPr>
        <p:txBody>
          <a:bodyPr lIns="91440" rIns="91440" tIns="91440" bIns="91440" anchor="b">
            <a:normAutofit fontScale="92500" lnSpcReduction="9999"/>
          </a:bodyPr>
          <a:p>
            <a:pPr indent="0">
              <a:lnSpc>
                <a:spcPct val="100000"/>
              </a:lnSpc>
              <a:spcBef>
                <a:spcPts val="1191"/>
              </a:spcBef>
              <a:spcAft>
                <a:spcPts val="992"/>
              </a:spcAft>
              <a:buNone/>
              <a:tabLst>
                <a:tab algn="l" pos="0"/>
              </a:tabLst>
            </a:pPr>
            <a:r>
              <a:rPr b="1" lang="en" sz="3200" strike="noStrike" u="none">
                <a:solidFill>
                  <a:schemeClr val="dk1"/>
                </a:solidFill>
                <a:effectLst/>
                <a:uFillTx/>
                <a:latin typeface="SF Pro Display"/>
                <a:ea typeface="Montserrat"/>
              </a:rPr>
              <a:t>Built for Flexibility &amp; Security</a:t>
            </a:r>
            <a:endParaRPr b="0" lang="en-US" sz="3200" strike="noStrike" u="none">
              <a:solidFill>
                <a:srgbClr val="ffffff"/>
              </a:solidFill>
              <a:effectLst/>
              <a:uFillTx/>
              <a:latin typeface="SF Pro Display"/>
            </a:endParaRPr>
          </a:p>
        </p:txBody>
      </p:sp>
      <p:sp>
        <p:nvSpPr>
          <p:cNvPr id="646" name="PlaceHolder 2"/>
          <p:cNvSpPr>
            <a:spLocks noGrp="1"/>
          </p:cNvSpPr>
          <p:nvPr>
            <p:ph type="subTitle"/>
          </p:nvPr>
        </p:nvSpPr>
        <p:spPr>
          <a:xfrm>
            <a:off x="1717560" y="2064600"/>
            <a:ext cx="5597640" cy="2278800"/>
          </a:xfrm>
          <a:prstGeom prst="rect">
            <a:avLst/>
          </a:prstGeom>
          <a:noFill/>
          <a:ln w="0">
            <a:noFill/>
          </a:ln>
        </p:spPr>
        <p:txBody>
          <a:bodyPr lIns="91440" rIns="91440" tIns="91440" bIns="91440" anchor="t">
            <a:normAutofit/>
          </a:bodyPr>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i18n</a:t>
            </a:r>
            <a:r>
              <a:rPr b="0" lang="en" sz="1200" strike="noStrike" u="none">
                <a:solidFill>
                  <a:schemeClr val="dk1"/>
                </a:solidFill>
                <a:effectLst/>
                <a:uFillTx/>
                <a:latin typeface="SF Pro Display"/>
                <a:ea typeface="Actor"/>
              </a:rPr>
              <a:t>: UI/UX supports multiple languages for global studios.</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RBAC</a:t>
            </a:r>
            <a:r>
              <a:rPr b="0" lang="en" sz="1200" strike="noStrike" u="none">
                <a:solidFill>
                  <a:schemeClr val="dk1"/>
                </a:solidFill>
                <a:effectLst/>
                <a:uFillTx/>
                <a:latin typeface="SF Pro Display"/>
                <a:ea typeface="Actor"/>
              </a:rPr>
              <a:t>: Fine-grained permissions (e.g., "Editor", "Finance", “Director”, “Admin” etc.).</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Mobile-Friendly</a:t>
            </a:r>
            <a:r>
              <a:rPr b="0" lang="en" sz="1200" strike="noStrike" u="none">
                <a:solidFill>
                  <a:schemeClr val="dk1"/>
                </a:solidFill>
                <a:effectLst/>
                <a:uFillTx/>
                <a:latin typeface="SF Pro Display"/>
                <a:ea typeface="Actor"/>
              </a:rPr>
              <a:t>: Responsive design for on-set access.</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1" lang="en" sz="1200" strike="noStrike" u="none">
                <a:solidFill>
                  <a:schemeClr val="dk1"/>
                </a:solidFill>
                <a:effectLst/>
                <a:uFillTx/>
                <a:latin typeface="SF Pro Display"/>
                <a:ea typeface="Actor"/>
              </a:rPr>
              <a:t>Cloud-Native</a:t>
            </a: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title"/>
          </p:nvPr>
        </p:nvSpPr>
        <p:spPr>
          <a:xfrm>
            <a:off x="1667520" y="943560"/>
            <a:ext cx="5419080" cy="656640"/>
          </a:xfrm>
          <a:prstGeom prst="rect">
            <a:avLst/>
          </a:prstGeom>
          <a:noFill/>
          <a:ln w="0">
            <a:noFill/>
          </a:ln>
        </p:spPr>
        <p:txBody>
          <a:bodyPr lIns="91440" rIns="91440" tIns="91440" bIns="91440" anchor="b">
            <a:normAutofit fontScale="92500" lnSpcReduction="9999"/>
          </a:bodyPr>
          <a:p>
            <a:pPr indent="0">
              <a:lnSpc>
                <a:spcPct val="100000"/>
              </a:lnSpc>
              <a:spcBef>
                <a:spcPts val="1191"/>
              </a:spcBef>
              <a:spcAft>
                <a:spcPts val="992"/>
              </a:spcAft>
              <a:buNone/>
              <a:tabLst>
                <a:tab algn="l" pos="0"/>
              </a:tabLst>
            </a:pPr>
            <a:r>
              <a:rPr b="1" lang="en" sz="3200" strike="noStrike" u="none">
                <a:solidFill>
                  <a:schemeClr val="dk1"/>
                </a:solidFill>
                <a:effectLst/>
                <a:uFillTx/>
                <a:latin typeface="SF Pro Display"/>
                <a:ea typeface="Montserrat"/>
              </a:rPr>
              <a:t>Fits Your Studio’s Ecosystem</a:t>
            </a:r>
            <a:endParaRPr b="0" lang="en-US" sz="3200" strike="noStrike" u="none">
              <a:solidFill>
                <a:srgbClr val="ffffff"/>
              </a:solidFill>
              <a:effectLst/>
              <a:uFillTx/>
              <a:latin typeface="SF Pro Display"/>
            </a:endParaRPr>
          </a:p>
        </p:txBody>
      </p:sp>
      <p:sp>
        <p:nvSpPr>
          <p:cNvPr id="648" name="PlaceHolder 2"/>
          <p:cNvSpPr>
            <a:spLocks noGrp="1"/>
          </p:cNvSpPr>
          <p:nvPr>
            <p:ph type="subTitle"/>
          </p:nvPr>
        </p:nvSpPr>
        <p:spPr>
          <a:xfrm>
            <a:off x="1717560" y="2064600"/>
            <a:ext cx="5597640" cy="2278800"/>
          </a:xfrm>
          <a:prstGeom prst="rect">
            <a:avLst/>
          </a:prstGeom>
          <a:noFill/>
          <a:ln w="0">
            <a:noFill/>
          </a:ln>
        </p:spPr>
        <p:txBody>
          <a:bodyPr numCol="2" spcCol="0" lIns="91440" rIns="91440" tIns="91440" bIns="91440" anchor="t">
            <a:normAutofit/>
          </a:bodyPr>
          <a:p>
            <a:pPr indent="0">
              <a:lnSpc>
                <a:spcPct val="100000"/>
              </a:lnSpc>
              <a:spcBef>
                <a:spcPts val="1191"/>
              </a:spcBef>
              <a:spcAft>
                <a:spcPts val="992"/>
              </a:spcAft>
              <a:buNone/>
              <a:tabLst>
                <a:tab algn="l" pos="0"/>
              </a:tabLst>
            </a:pPr>
            <a:r>
              <a:rPr b="1" lang="en" sz="1000" strike="noStrike" u="none">
                <a:solidFill>
                  <a:schemeClr val="dk1"/>
                </a:solidFill>
                <a:effectLst/>
                <a:uFillTx/>
                <a:latin typeface="SF Pro Display"/>
                <a:ea typeface="Actor"/>
              </a:rPr>
              <a:t>Pre-built connectors for:</a:t>
            </a:r>
            <a:endParaRPr b="0" lang="en-US" sz="1000" strike="noStrike" u="none">
              <a:solidFill>
                <a:srgbClr val="ffffff"/>
              </a:solidFill>
              <a:effectLst/>
              <a:uFillTx/>
              <a:latin typeface="Arial"/>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SAP S/4HANA (finance, procurement)</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Adobe Suite (asset collaboration)</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Azure AD (RBAC sync)</a:t>
            </a:r>
            <a:endParaRPr b="0" lang="en-US" sz="1000" strike="noStrike" u="none">
              <a:solidFill>
                <a:srgbClr val="ffffff"/>
              </a:solidFill>
              <a:effectLst/>
              <a:uFillTx/>
              <a:latin typeface="Arial"/>
              <a:ea typeface="Noto Sans CJK SC"/>
            </a:endParaRPr>
          </a:p>
          <a:p>
            <a:pPr indent="0">
              <a:lnSpc>
                <a:spcPct val="100000"/>
              </a:lnSpc>
              <a:spcBef>
                <a:spcPts val="624"/>
              </a:spcBef>
              <a:spcAft>
                <a:spcPts val="425"/>
              </a:spcAft>
              <a:buNone/>
              <a:tabLst>
                <a:tab algn="l" pos="0"/>
              </a:tabLst>
            </a:pPr>
            <a:endParaRPr b="0" lang="en-US" sz="1000" strike="noStrike" u="none">
              <a:solidFill>
                <a:srgbClr val="ffffff"/>
              </a:solidFill>
              <a:effectLst/>
              <a:uFillTx/>
              <a:latin typeface="Arial"/>
              <a:ea typeface="Noto Sans CJK SC"/>
            </a:endParaRPr>
          </a:p>
          <a:p>
            <a:pPr indent="0">
              <a:lnSpc>
                <a:spcPct val="100000"/>
              </a:lnSpc>
              <a:spcBef>
                <a:spcPts val="624"/>
              </a:spcBef>
              <a:spcAft>
                <a:spcPts val="425"/>
              </a:spcAft>
              <a:buNone/>
              <a:tabLst>
                <a:tab algn="l" pos="0"/>
              </a:tabLst>
            </a:pPr>
            <a:endParaRPr b="0" lang="en-US" sz="1000" strike="noStrike" u="none">
              <a:solidFill>
                <a:srgbClr val="ffffff"/>
              </a:solidFill>
              <a:effectLst/>
              <a:uFillTx/>
              <a:latin typeface="Arial"/>
              <a:ea typeface="Noto Sans CJK SC"/>
            </a:endParaRPr>
          </a:p>
          <a:p>
            <a:pPr indent="0">
              <a:lnSpc>
                <a:spcPct val="100000"/>
              </a:lnSpc>
              <a:spcBef>
                <a:spcPts val="624"/>
              </a:spcBef>
              <a:spcAft>
                <a:spcPts val="425"/>
              </a:spcAft>
              <a:buNone/>
              <a:tabLst>
                <a:tab algn="l" pos="0"/>
              </a:tabLst>
            </a:pPr>
            <a:endParaRPr b="0" lang="en-US" sz="1000" strike="noStrike" u="none">
              <a:solidFill>
                <a:srgbClr val="ffffff"/>
              </a:solidFill>
              <a:effectLst/>
              <a:uFillTx/>
              <a:latin typeface="Arial"/>
              <a:ea typeface="Noto Sans CJK SC"/>
            </a:endParaRPr>
          </a:p>
          <a:p>
            <a:pPr indent="0">
              <a:lnSpc>
                <a:spcPct val="100000"/>
              </a:lnSpc>
              <a:spcBef>
                <a:spcPts val="624"/>
              </a:spcBef>
              <a:spcAft>
                <a:spcPts val="425"/>
              </a:spcAft>
              <a:buNone/>
              <a:tabLst>
                <a:tab algn="l" pos="0"/>
              </a:tabLst>
            </a:pPr>
            <a:r>
              <a:rPr b="1" lang="en" sz="1000" strike="noStrike" u="none">
                <a:solidFill>
                  <a:schemeClr val="dk1"/>
                </a:solidFill>
                <a:effectLst/>
                <a:uFillTx/>
                <a:latin typeface="SF Pro Display"/>
                <a:ea typeface="Actor"/>
              </a:rPr>
              <a:t>Possible connectors</a:t>
            </a:r>
            <a:r>
              <a:rPr b="0" lang="en" sz="1000" strike="noStrike" u="none">
                <a:solidFill>
                  <a:schemeClr val="dk1"/>
                </a:solidFill>
                <a:effectLst/>
                <a:uFillTx/>
                <a:latin typeface="SF Pro Display"/>
                <a:ea typeface="Actor"/>
              </a:rPr>
              <a:t>:</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Artists DB</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Casting agencies</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Content distibutors</a:t>
            </a:r>
            <a:endParaRPr b="0" lang="en-US" sz="1000" strike="noStrike" u="none">
              <a:solidFill>
                <a:srgbClr val="ffffff"/>
              </a:solidFill>
              <a:effectLst/>
              <a:uFillTx/>
              <a:latin typeface="Arial"/>
              <a:ea typeface="Noto Sans CJK SC"/>
            </a:endParaRPr>
          </a:p>
          <a:p>
            <a:pPr marL="216000" indent="-216000">
              <a:lnSpc>
                <a:spcPct val="100000"/>
              </a:lnSpc>
              <a:spcBef>
                <a:spcPts val="624"/>
              </a:spcBef>
              <a:spcAft>
                <a:spcPts val="425"/>
              </a:spcAft>
              <a:buClr>
                <a:srgbClr val="ffffff"/>
              </a:buClr>
              <a:buSzPct val="45000"/>
              <a:buFont typeface="Wingdings" charset="2"/>
              <a:buChar char=""/>
              <a:tabLst>
                <a:tab algn="l" pos="0"/>
              </a:tabLst>
            </a:pPr>
            <a:r>
              <a:rPr b="0" lang="en" sz="1000" strike="noStrike" u="none">
                <a:solidFill>
                  <a:schemeClr val="dk1"/>
                </a:solidFill>
                <a:effectLst/>
                <a:uFillTx/>
                <a:latin typeface="SF Pro Display"/>
                <a:ea typeface="Actor"/>
              </a:rPr>
              <a:t>Assets leasing companies</a:t>
            </a:r>
            <a:endParaRPr b="0" lang="en-US" sz="1000" strike="noStrike" u="none">
              <a:solidFill>
                <a:srgbClr val="ffffff"/>
              </a:solidFill>
              <a:effectLst/>
              <a:uFillTx/>
              <a:latin typeface="Arial"/>
              <a:ea typeface="Noto Sans CJK SC"/>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a:p>
            <a:pPr indent="0">
              <a:lnSpc>
                <a:spcPct val="100000"/>
              </a:lnSpc>
              <a:spcBef>
                <a:spcPts val="1191"/>
              </a:spcBef>
              <a:spcAft>
                <a:spcPts val="992"/>
              </a:spcAft>
              <a:buNone/>
              <a:tabLst>
                <a:tab algn="l" pos="0"/>
              </a:tabLst>
            </a:pP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title"/>
          </p:nvPr>
        </p:nvSpPr>
        <p:spPr>
          <a:xfrm>
            <a:off x="1647720" y="971640"/>
            <a:ext cx="5419080" cy="105660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 sz="3000" strike="noStrike" u="none">
                <a:solidFill>
                  <a:schemeClr val="dk1"/>
                </a:solidFill>
                <a:effectLst/>
                <a:uFillTx/>
                <a:latin typeface="Montserrat"/>
                <a:ea typeface="Montserrat"/>
              </a:rPr>
              <a:t>Best Practices of SAP CAP Guidelines</a:t>
            </a:r>
            <a:endParaRPr b="0" lang="en-US" sz="3000" strike="noStrike" u="none">
              <a:solidFill>
                <a:srgbClr val="ffffff"/>
              </a:solidFill>
              <a:effectLst/>
              <a:uFillTx/>
              <a:latin typeface="Arial"/>
            </a:endParaRPr>
          </a:p>
        </p:txBody>
      </p:sp>
      <p:sp>
        <p:nvSpPr>
          <p:cNvPr id="650" name="PlaceHolder 2"/>
          <p:cNvSpPr>
            <a:spLocks noGrp="1"/>
          </p:cNvSpPr>
          <p:nvPr>
            <p:ph type="subTitle"/>
          </p:nvPr>
        </p:nvSpPr>
        <p:spPr>
          <a:xfrm>
            <a:off x="1647720" y="202896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Our solution adheres to SAP Cloud Application Programming (CAP) guidelines, ensuring scalability, robustness, and ease of use. By following these best practices, we can create an intuitive and professional environment that streamlines processes and enhances user experience across all modules.</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title"/>
          </p:nvPr>
        </p:nvSpPr>
        <p:spPr>
          <a:xfrm>
            <a:off x="1866960" y="2181240"/>
            <a:ext cx="5409360" cy="162792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1" lang="en" sz="4800" strike="noStrike" u="none">
                <a:solidFill>
                  <a:schemeClr val="dk1"/>
                </a:solidFill>
                <a:effectLst/>
                <a:uFillTx/>
                <a:latin typeface="Montserrat"/>
                <a:ea typeface="Montserrat"/>
              </a:rPr>
              <a:t>Functional Requirements</a:t>
            </a:r>
            <a:endParaRPr b="0" lang="en-US" sz="4800" strike="noStrike" u="none">
              <a:solidFill>
                <a:srgbClr val="ffffff"/>
              </a:solidFill>
              <a:effectLst/>
              <a:uFillTx/>
              <a:latin typeface="Arial"/>
            </a:endParaRPr>
          </a:p>
        </p:txBody>
      </p:sp>
      <p:sp>
        <p:nvSpPr>
          <p:cNvPr id="652" name="PlaceHolder 2"/>
          <p:cNvSpPr>
            <a:spLocks noGrp="1"/>
          </p:cNvSpPr>
          <p:nvPr>
            <p:ph type="title"/>
          </p:nvPr>
        </p:nvSpPr>
        <p:spPr>
          <a:xfrm>
            <a:off x="1866960" y="1333440"/>
            <a:ext cx="1475640" cy="83736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 sz="6000" strike="noStrike" u="none">
                <a:solidFill>
                  <a:schemeClr val="lt1"/>
                </a:solidFill>
                <a:effectLst/>
                <a:uFillTx/>
                <a:latin typeface="Montserrat"/>
                <a:ea typeface="Montserrat"/>
              </a:rPr>
              <a:t>02</a:t>
            </a:r>
            <a:endParaRPr b="0" lang="en-US" sz="6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title"/>
          </p:nvPr>
        </p:nvSpPr>
        <p:spPr>
          <a:xfrm>
            <a:off x="1647720" y="86400"/>
            <a:ext cx="5419080" cy="59940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 sz="3000" strike="noStrike" u="none">
                <a:solidFill>
                  <a:schemeClr val="dk1"/>
                </a:solidFill>
                <a:effectLst/>
                <a:uFillTx/>
                <a:latin typeface="Montserrat"/>
                <a:ea typeface="Montserrat"/>
              </a:rPr>
              <a:t>Adding/Modifying Movies</a:t>
            </a:r>
            <a:endParaRPr b="0" lang="en-US" sz="3000" strike="noStrike" u="none">
              <a:solidFill>
                <a:srgbClr val="ffffff"/>
              </a:solidFill>
              <a:effectLst/>
              <a:uFillTx/>
              <a:latin typeface="Arial"/>
            </a:endParaRPr>
          </a:p>
        </p:txBody>
      </p:sp>
      <p:sp>
        <p:nvSpPr>
          <p:cNvPr id="654" name="PlaceHolder 2"/>
          <p:cNvSpPr>
            <a:spLocks noGrp="1"/>
          </p:cNvSpPr>
          <p:nvPr>
            <p:ph type="subTitle"/>
          </p:nvPr>
        </p:nvSpPr>
        <p:spPr>
          <a:xfrm>
            <a:off x="1647720" y="82944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application allows users to effortlessly add or modify movie entries. It supports inputting essential details such as title, genre, cast, and production notes, ensuring accurate database management. The intuitive interface also enables easy updates to existing movie information, promoting data integrity and effective resource management.</a:t>
            </a:r>
            <a:endParaRPr b="0" lang="en-US" sz="1200" strike="noStrike" u="none">
              <a:solidFill>
                <a:srgbClr val="ffffff"/>
              </a:solidFill>
              <a:effectLst/>
              <a:uFillTx/>
              <a:latin typeface="Arial"/>
            </a:endParaRPr>
          </a:p>
        </p:txBody>
      </p:sp>
      <p:pic>
        <p:nvPicPr>
          <p:cNvPr id="655" name="" descr=""/>
          <p:cNvPicPr/>
          <p:nvPr/>
        </p:nvPicPr>
        <p:blipFill>
          <a:blip r:embed="rId1"/>
          <a:stretch/>
        </p:blipFill>
        <p:spPr>
          <a:xfrm>
            <a:off x="457560" y="2286000"/>
            <a:ext cx="8000640" cy="24444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title"/>
          </p:nvPr>
        </p:nvSpPr>
        <p:spPr>
          <a:xfrm>
            <a:off x="685800" y="228600"/>
            <a:ext cx="3980880" cy="532800"/>
          </a:xfrm>
          <a:prstGeom prst="rect">
            <a:avLst/>
          </a:prstGeom>
          <a:noFill/>
          <a:ln w="0">
            <a:noFill/>
          </a:ln>
        </p:spPr>
        <p:txBody>
          <a:bodyPr lIns="91440" rIns="91440" tIns="91440" bIns="91440" anchor="b">
            <a:normAutofit fontScale="92500" lnSpcReduction="19999"/>
          </a:bodyPr>
          <a:p>
            <a:pPr indent="0">
              <a:lnSpc>
                <a:spcPct val="100000"/>
              </a:lnSpc>
              <a:buNone/>
              <a:tabLst>
                <a:tab algn="l" pos="0"/>
              </a:tabLst>
            </a:pPr>
            <a:r>
              <a:rPr b="1" lang="en" sz="3000" strike="noStrike" u="none">
                <a:solidFill>
                  <a:schemeClr val="dk1"/>
                </a:solidFill>
                <a:effectLst/>
                <a:uFillTx/>
                <a:latin typeface="Montserrat"/>
                <a:ea typeface="Montserrat"/>
              </a:rPr>
              <a:t>Asset Management</a:t>
            </a:r>
            <a:endParaRPr b="0" lang="en-US" sz="3000" strike="noStrike" u="none">
              <a:solidFill>
                <a:srgbClr val="ffffff"/>
              </a:solidFill>
              <a:effectLst/>
              <a:uFillTx/>
              <a:latin typeface="Arial"/>
            </a:endParaRPr>
          </a:p>
        </p:txBody>
      </p:sp>
      <p:sp>
        <p:nvSpPr>
          <p:cNvPr id="657" name="PlaceHolder 2"/>
          <p:cNvSpPr>
            <a:spLocks noGrp="1"/>
          </p:cNvSpPr>
          <p:nvPr>
            <p:ph type="subTitle"/>
          </p:nvPr>
        </p:nvSpPr>
        <p:spPr>
          <a:xfrm>
            <a:off x="714240" y="905760"/>
            <a:ext cx="7972560" cy="11516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asset management module provides comprehensive tools for tracking and organizing all studio assets, including props, costumes, and equipment. Users can easily categorize assets, and manage inventory, ensuring efficient resource allocation. </a:t>
            </a:r>
            <a:endParaRPr b="0" lang="en-U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ctor"/>
                <a:ea typeface="Actor"/>
              </a:rPr>
              <a:t>For next release it’s planned to enhance module by facilitating quick searches and reports, </a:t>
            </a:r>
            <a:r>
              <a:rPr b="0" lang="en" sz="1200" strike="noStrike" u="none">
                <a:solidFill>
                  <a:schemeClr val="dk1"/>
                </a:solidFill>
                <a:effectLst/>
                <a:uFillTx/>
                <a:latin typeface="Actor"/>
                <a:ea typeface="Actor"/>
              </a:rPr>
              <a:t>track usage frequency improving decision-making regarding asset utilization.</a:t>
            </a:r>
            <a:endParaRPr b="0" lang="en-US" sz="1200" strike="noStrike" u="none">
              <a:solidFill>
                <a:srgbClr val="ffffff"/>
              </a:solidFill>
              <a:effectLst/>
              <a:uFillTx/>
              <a:latin typeface="Arial"/>
            </a:endParaRPr>
          </a:p>
        </p:txBody>
      </p:sp>
      <p:pic>
        <p:nvPicPr>
          <p:cNvPr id="658" name="" descr=""/>
          <p:cNvPicPr/>
          <p:nvPr/>
        </p:nvPicPr>
        <p:blipFill>
          <a:blip r:embed="rId1"/>
          <a:stretch/>
        </p:blipFill>
        <p:spPr>
          <a:xfrm>
            <a:off x="1143000" y="3524400"/>
            <a:ext cx="7041600" cy="1276200"/>
          </a:xfrm>
          <a:prstGeom prst="rect">
            <a:avLst/>
          </a:prstGeom>
          <a:noFill/>
          <a:ln w="0">
            <a:noFill/>
          </a:ln>
        </p:spPr>
      </p:pic>
      <p:pic>
        <p:nvPicPr>
          <p:cNvPr id="659" name="" descr=""/>
          <p:cNvPicPr/>
          <p:nvPr/>
        </p:nvPicPr>
        <p:blipFill>
          <a:blip r:embed="rId2"/>
          <a:stretch/>
        </p:blipFill>
        <p:spPr>
          <a:xfrm>
            <a:off x="730800" y="2057400"/>
            <a:ext cx="7956000" cy="1038240"/>
          </a:xfrm>
          <a:prstGeom prst="rect">
            <a:avLst/>
          </a:prstGeom>
          <a:noFill/>
          <a:ln w="0">
            <a:noFill/>
          </a:ln>
        </p:spPr>
      </p:pic>
      <p:sp>
        <p:nvSpPr>
          <p:cNvPr id="660" name=""/>
          <p:cNvSpPr/>
          <p:nvPr/>
        </p:nvSpPr>
        <p:spPr>
          <a:xfrm>
            <a:off x="4343400" y="3200400"/>
            <a:ext cx="228600" cy="22860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title"/>
          </p:nvPr>
        </p:nvSpPr>
        <p:spPr>
          <a:xfrm>
            <a:off x="1600200" y="86400"/>
            <a:ext cx="5419080" cy="105660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 sz="3000" strike="noStrike" u="none">
                <a:solidFill>
                  <a:schemeClr val="dk1"/>
                </a:solidFill>
                <a:effectLst/>
                <a:uFillTx/>
                <a:latin typeface="Montserrat"/>
                <a:ea typeface="Montserrat"/>
              </a:rPr>
              <a:t>Human Resource Management</a:t>
            </a:r>
            <a:endParaRPr b="0" lang="en-US" sz="3000" strike="noStrike" u="none">
              <a:solidFill>
                <a:srgbClr val="ffffff"/>
              </a:solidFill>
              <a:effectLst/>
              <a:uFillTx/>
              <a:latin typeface="Arial"/>
            </a:endParaRPr>
          </a:p>
        </p:txBody>
      </p:sp>
      <p:sp>
        <p:nvSpPr>
          <p:cNvPr id="662" name="PlaceHolder 2"/>
          <p:cNvSpPr>
            <a:spLocks noGrp="1"/>
          </p:cNvSpPr>
          <p:nvPr>
            <p:ph type="subTitle"/>
          </p:nvPr>
        </p:nvSpPr>
        <p:spPr>
          <a:xfrm>
            <a:off x="1667520" y="1143000"/>
            <a:ext cx="6333480" cy="9144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human resource management module is designed to streamline staffing processes. It supports functionalities such as recruitment tracking, employee onboarding, and scheduling. </a:t>
            </a:r>
            <a:endParaRPr b="0" lang="en-US" sz="1200" strike="noStrike" u="none">
              <a:solidFill>
                <a:srgbClr val="ffffff"/>
              </a:solidFill>
              <a:effectLst/>
              <a:uFillTx/>
              <a:latin typeface="Arial"/>
            </a:endParaRPr>
          </a:p>
        </p:txBody>
      </p:sp>
      <p:pic>
        <p:nvPicPr>
          <p:cNvPr id="663" name="" descr=""/>
          <p:cNvPicPr/>
          <p:nvPr/>
        </p:nvPicPr>
        <p:blipFill>
          <a:blip r:embed="rId1"/>
          <a:stretch/>
        </p:blipFill>
        <p:spPr>
          <a:xfrm>
            <a:off x="1143000" y="1845720"/>
            <a:ext cx="7041600" cy="1583280"/>
          </a:xfrm>
          <a:prstGeom prst="rect">
            <a:avLst/>
          </a:prstGeom>
          <a:noFill/>
          <a:ln w="0">
            <a:noFill/>
          </a:ln>
        </p:spPr>
      </p:pic>
      <p:pic>
        <p:nvPicPr>
          <p:cNvPr id="664" name="" descr=""/>
          <p:cNvPicPr/>
          <p:nvPr/>
        </p:nvPicPr>
        <p:blipFill>
          <a:blip r:embed="rId2"/>
          <a:stretch/>
        </p:blipFill>
        <p:spPr>
          <a:xfrm>
            <a:off x="1188000" y="3816720"/>
            <a:ext cx="6813000" cy="983880"/>
          </a:xfrm>
          <a:prstGeom prst="rect">
            <a:avLst/>
          </a:prstGeom>
          <a:noFill/>
          <a:ln w="0">
            <a:noFill/>
          </a:ln>
        </p:spPr>
      </p:pic>
      <p:sp>
        <p:nvSpPr>
          <p:cNvPr id="665" name=""/>
          <p:cNvSpPr/>
          <p:nvPr/>
        </p:nvSpPr>
        <p:spPr>
          <a:xfrm>
            <a:off x="4343400" y="3429000"/>
            <a:ext cx="359640" cy="359640"/>
          </a:xfrm>
          <a:prstGeom prst="downArrow">
            <a:avLst>
              <a:gd name="adj1" fmla="val 50000"/>
              <a:gd name="adj2" fmla="val 2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title"/>
          </p:nvPr>
        </p:nvSpPr>
        <p:spPr>
          <a:xfrm>
            <a:off x="1866960" y="2181240"/>
            <a:ext cx="5409360" cy="162792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1" lang="en" sz="4800" strike="noStrike" u="none">
                <a:solidFill>
                  <a:schemeClr val="dk1"/>
                </a:solidFill>
                <a:effectLst/>
                <a:uFillTx/>
                <a:latin typeface="Montserrat"/>
                <a:ea typeface="Montserrat"/>
              </a:rPr>
              <a:t>Non-Functional Requirements</a:t>
            </a:r>
            <a:endParaRPr b="0" lang="en-US" sz="4800" strike="noStrike" u="none">
              <a:solidFill>
                <a:srgbClr val="ffffff"/>
              </a:solidFill>
              <a:effectLst/>
              <a:uFillTx/>
              <a:latin typeface="Arial"/>
            </a:endParaRPr>
          </a:p>
        </p:txBody>
      </p:sp>
      <p:sp>
        <p:nvSpPr>
          <p:cNvPr id="667" name="PlaceHolder 2"/>
          <p:cNvSpPr>
            <a:spLocks noGrp="1"/>
          </p:cNvSpPr>
          <p:nvPr>
            <p:ph type="title"/>
          </p:nvPr>
        </p:nvSpPr>
        <p:spPr>
          <a:xfrm>
            <a:off x="1866960" y="1333440"/>
            <a:ext cx="1475640" cy="837360"/>
          </a:xfrm>
          <a:prstGeom prst="rect">
            <a:avLst/>
          </a:prstGeom>
          <a:noFill/>
          <a:ln w="0">
            <a:noFill/>
          </a:ln>
        </p:spPr>
        <p:txBody>
          <a:bodyPr lIns="91440" rIns="91440" tIns="91440" bIns="91440" anchor="b">
            <a:normAutofit fontScale="85000" lnSpcReduction="19999"/>
          </a:bodyPr>
          <a:p>
            <a:pPr indent="0">
              <a:lnSpc>
                <a:spcPct val="100000"/>
              </a:lnSpc>
              <a:buNone/>
              <a:tabLst>
                <a:tab algn="l" pos="0"/>
              </a:tabLst>
            </a:pPr>
            <a:r>
              <a:rPr b="0" lang="en" sz="6000" strike="noStrike" u="none">
                <a:solidFill>
                  <a:schemeClr val="lt1"/>
                </a:solidFill>
                <a:effectLst/>
                <a:uFillTx/>
                <a:latin typeface="Montserrat"/>
                <a:ea typeface="Montserrat"/>
              </a:rPr>
              <a:t>03</a:t>
            </a:r>
            <a:endParaRPr b="0" lang="en-US" sz="6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title"/>
          </p:nvPr>
        </p:nvSpPr>
        <p:spPr>
          <a:xfrm>
            <a:off x="819720" y="685800"/>
            <a:ext cx="3980880" cy="102816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 sz="3000" strike="noStrike" u="none">
                <a:solidFill>
                  <a:schemeClr val="dk1"/>
                </a:solidFill>
                <a:effectLst/>
                <a:uFillTx/>
                <a:latin typeface="Montserrat"/>
                <a:ea typeface="Montserrat"/>
              </a:rPr>
              <a:t>Internationalization (i18n)</a:t>
            </a:r>
            <a:endParaRPr b="0" lang="en-US" sz="3000" strike="noStrike" u="none">
              <a:solidFill>
                <a:srgbClr val="ffffff"/>
              </a:solidFill>
              <a:effectLst/>
              <a:uFillTx/>
              <a:latin typeface="Arial"/>
            </a:endParaRPr>
          </a:p>
        </p:txBody>
      </p:sp>
      <p:sp>
        <p:nvSpPr>
          <p:cNvPr id="669" name="PlaceHolder 2"/>
          <p:cNvSpPr>
            <a:spLocks noGrp="1"/>
          </p:cNvSpPr>
          <p:nvPr>
            <p:ph type="subTitle"/>
          </p:nvPr>
        </p:nvSpPr>
        <p:spPr>
          <a:xfrm>
            <a:off x="714240" y="1828800"/>
            <a:ext cx="3980880" cy="27432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software solution incorporates internationalization features, enabling support for multiple languages and localization options. This ensures that users from different regions can operate the application comfortably. By accommodating various languages and cultural formats, we enhance user accessibility and broaden the software's market potential.</a:t>
            </a:r>
            <a:endParaRPr b="0" lang="en-US" sz="1200" strike="noStrike" u="none">
              <a:solidFill>
                <a:srgbClr val="ffffff"/>
              </a:solidFill>
              <a:effectLst/>
              <a:uFillTx/>
              <a:latin typeface="Arial"/>
            </a:endParaRPr>
          </a:p>
          <a:p>
            <a:pPr indent="0">
              <a:lnSpc>
                <a:spcPct val="100000"/>
              </a:lnSpc>
              <a:buNone/>
              <a:tabLst>
                <a:tab algn="l" pos="0"/>
              </a:tabLst>
            </a:pPr>
            <a:endParaRPr b="0" lang="en-U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ctor"/>
                <a:ea typeface="Actor"/>
              </a:rPr>
              <a:t>Currently solution is translated into:</a:t>
            </a:r>
            <a:endParaRPr b="0" lang="en-US" sz="12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tabLst>
                <a:tab algn="l" pos="0"/>
              </a:tabLst>
            </a:pPr>
            <a:r>
              <a:rPr b="0" lang="en" sz="1200" strike="noStrike" u="none">
                <a:solidFill>
                  <a:schemeClr val="dk1"/>
                </a:solidFill>
                <a:effectLst/>
                <a:uFillTx/>
                <a:latin typeface="Actor"/>
                <a:ea typeface="Actor"/>
              </a:rPr>
              <a:t>English</a:t>
            </a:r>
            <a:endParaRPr b="0" lang="en-US" sz="12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tabLst>
                <a:tab algn="l" pos="0"/>
              </a:tabLst>
            </a:pPr>
            <a:r>
              <a:rPr b="0" lang="en" sz="1200" strike="noStrike" u="none">
                <a:solidFill>
                  <a:schemeClr val="dk1"/>
                </a:solidFill>
                <a:effectLst/>
                <a:uFillTx/>
                <a:latin typeface="Actor"/>
                <a:ea typeface="Actor"/>
              </a:rPr>
              <a:t>Russian</a:t>
            </a:r>
            <a:endParaRPr b="0" lang="en-US" sz="12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tabLst>
                <a:tab algn="l" pos="0"/>
              </a:tabLst>
            </a:pPr>
            <a:r>
              <a:rPr b="0" lang="en" sz="1200" strike="noStrike" u="none">
                <a:solidFill>
                  <a:schemeClr val="dk1"/>
                </a:solidFill>
                <a:effectLst/>
                <a:uFillTx/>
                <a:latin typeface="Actor"/>
                <a:ea typeface="Actor"/>
              </a:rPr>
              <a:t>Spanish</a:t>
            </a:r>
            <a:endParaRPr b="0" lang="en-US" sz="1200" strike="noStrike" u="none">
              <a:solidFill>
                <a:srgbClr val="ffffff"/>
              </a:solidFill>
              <a:effectLst/>
              <a:uFillTx/>
              <a:latin typeface="Arial"/>
            </a:endParaRPr>
          </a:p>
        </p:txBody>
      </p:sp>
      <p:pic>
        <p:nvPicPr>
          <p:cNvPr id="670" name="Google Shape;846;p32" descr=""/>
          <p:cNvPicPr/>
          <p:nvPr/>
        </p:nvPicPr>
        <p:blipFill>
          <a:blip r:embed="rId1"/>
          <a:srcRect l="0" t="15165" r="0" b="15165"/>
          <a:stretch/>
        </p:blipFill>
        <p:spPr>
          <a:xfrm>
            <a:off x="5009760" y="0"/>
            <a:ext cx="4133520" cy="51429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title"/>
          </p:nvPr>
        </p:nvSpPr>
        <p:spPr>
          <a:xfrm>
            <a:off x="1647720" y="971640"/>
            <a:ext cx="5419080" cy="105660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trike="noStrike" u="none">
                <a:solidFill>
                  <a:schemeClr val="dk1"/>
                </a:solidFill>
                <a:effectLst/>
                <a:uFillTx/>
                <a:latin typeface="Montserrat"/>
                <a:ea typeface="Montserrat"/>
              </a:rPr>
              <a:t>Mobile-Friendly Design</a:t>
            </a:r>
            <a:endParaRPr b="0" lang="en-US" sz="3000" strike="noStrike" u="none">
              <a:solidFill>
                <a:srgbClr val="ffffff"/>
              </a:solidFill>
              <a:effectLst/>
              <a:uFillTx/>
              <a:latin typeface="Arial"/>
            </a:endParaRPr>
          </a:p>
        </p:txBody>
      </p:sp>
      <p:sp>
        <p:nvSpPr>
          <p:cNvPr id="672" name="PlaceHolder 2"/>
          <p:cNvSpPr>
            <a:spLocks noGrp="1"/>
          </p:cNvSpPr>
          <p:nvPr>
            <p:ph type="subTitle"/>
          </p:nvPr>
        </p:nvSpPr>
        <p:spPr>
          <a:xfrm>
            <a:off x="1647720" y="202896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A mobile-friendly design ensures that users can access the application seamlessly across all devices. The responsive interface adapts to different screen sizes, allowing for effective use on smartphones and tablets. This feature enhances user engagement and accessibility, making workflow flexible and efficient in various environments.</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title"/>
          </p:nvPr>
        </p:nvSpPr>
        <p:spPr>
          <a:xfrm>
            <a:off x="1647720" y="971640"/>
            <a:ext cx="5419080" cy="105660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 sz="3000" strike="noStrike" u="none">
                <a:solidFill>
                  <a:schemeClr val="dk1"/>
                </a:solidFill>
                <a:effectLst/>
                <a:uFillTx/>
                <a:latin typeface="Montserrat"/>
                <a:ea typeface="Montserrat"/>
              </a:rPr>
              <a:t>Role-Based Access Control (RBAC)</a:t>
            </a:r>
            <a:endParaRPr b="0" lang="en-US" sz="3000" strike="noStrike" u="none">
              <a:solidFill>
                <a:srgbClr val="ffffff"/>
              </a:solidFill>
              <a:effectLst/>
              <a:uFillTx/>
              <a:latin typeface="Arial"/>
            </a:endParaRPr>
          </a:p>
        </p:txBody>
      </p:sp>
      <p:sp>
        <p:nvSpPr>
          <p:cNvPr id="674" name="PlaceHolder 2"/>
          <p:cNvSpPr>
            <a:spLocks noGrp="1"/>
          </p:cNvSpPr>
          <p:nvPr>
            <p:ph type="subTitle"/>
          </p:nvPr>
        </p:nvSpPr>
        <p:spPr>
          <a:xfrm>
            <a:off x="1647720" y="202896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RBAC module allows for precise control over user permissions and access levels within the system. Assigning roles ensures that users have access to only those features and data necessary for their responsibilities. This enhances security and compliance, protecting sensitive information while maintaining operational effectiveness.</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title"/>
          </p:nvPr>
        </p:nvSpPr>
        <p:spPr>
          <a:xfrm>
            <a:off x="1647720" y="971640"/>
            <a:ext cx="5419080" cy="105660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trike="noStrike" u="none">
                <a:solidFill>
                  <a:schemeClr val="dk1"/>
                </a:solidFill>
                <a:effectLst/>
                <a:uFillTx/>
                <a:latin typeface="Montserrat"/>
                <a:ea typeface="Montserrat"/>
              </a:rPr>
              <a:t>Cloud-Native Architecture</a:t>
            </a:r>
            <a:endParaRPr b="0" lang="en-US" sz="3000" strike="noStrike" u="none">
              <a:solidFill>
                <a:srgbClr val="ffffff"/>
              </a:solidFill>
              <a:effectLst/>
              <a:uFillTx/>
              <a:latin typeface="Arial"/>
            </a:endParaRPr>
          </a:p>
        </p:txBody>
      </p:sp>
      <p:sp>
        <p:nvSpPr>
          <p:cNvPr id="676" name="PlaceHolder 2"/>
          <p:cNvSpPr>
            <a:spLocks noGrp="1"/>
          </p:cNvSpPr>
          <p:nvPr>
            <p:ph type="subTitle"/>
          </p:nvPr>
        </p:nvSpPr>
        <p:spPr>
          <a:xfrm>
            <a:off x="1647720" y="202896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cloud-native architecture enables scalability and high availability for the software solution. By leveraging cloud technologies, we ensure that resources can easily adjust to varying workloads. This architecture supports continuous deployment and integration, facilitating rapid updates and enhancing the overall system resilience.</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title"/>
          </p:nvPr>
        </p:nvSpPr>
        <p:spPr>
          <a:xfrm>
            <a:off x="1647720" y="971640"/>
            <a:ext cx="5419080" cy="1056600"/>
          </a:xfrm>
          <a:prstGeom prst="rect">
            <a:avLst/>
          </a:prstGeom>
          <a:noFill/>
          <a:ln w="0">
            <a:noFill/>
          </a:ln>
        </p:spPr>
        <p:txBody>
          <a:bodyPr lIns="91440" rIns="91440" tIns="91440" bIns="91440" anchor="b">
            <a:normAutofit/>
          </a:bodyPr>
          <a:p>
            <a:pPr indent="0">
              <a:lnSpc>
                <a:spcPct val="100000"/>
              </a:lnSpc>
              <a:buNone/>
              <a:tabLst>
                <a:tab algn="l" pos="0"/>
              </a:tabLst>
            </a:pPr>
            <a:r>
              <a:rPr b="1" lang="en" sz="3000" strike="noStrike" u="none">
                <a:solidFill>
                  <a:schemeClr val="dk1"/>
                </a:solidFill>
                <a:effectLst/>
                <a:uFillTx/>
                <a:latin typeface="Montserrat"/>
                <a:ea typeface="Montserrat"/>
              </a:rPr>
              <a:t>Conclusions</a:t>
            </a:r>
            <a:endParaRPr b="0" lang="en-US" sz="3000" strike="noStrike" u="none">
              <a:solidFill>
                <a:srgbClr val="ffffff"/>
              </a:solidFill>
              <a:effectLst/>
              <a:uFillTx/>
              <a:latin typeface="Arial"/>
            </a:endParaRPr>
          </a:p>
        </p:txBody>
      </p:sp>
      <p:sp>
        <p:nvSpPr>
          <p:cNvPr id="678" name="PlaceHolder 2"/>
          <p:cNvSpPr>
            <a:spLocks noGrp="1"/>
          </p:cNvSpPr>
          <p:nvPr>
            <p:ph type="subTitle"/>
          </p:nvPr>
        </p:nvSpPr>
        <p:spPr>
          <a:xfrm>
            <a:off x="1647720" y="2028960"/>
            <a:ext cx="5419080" cy="214236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trike="noStrike" u="none">
                <a:solidFill>
                  <a:schemeClr val="dk1"/>
                </a:solidFill>
                <a:effectLst/>
                <a:uFillTx/>
                <a:latin typeface="Actor"/>
                <a:ea typeface="Actor"/>
              </a:rPr>
              <a:t>The software solution for managing a movie studio is designed around the principles of modularity, scalability, and best practices. By addressing both functional and non-functional requirements, this solution meets the diverse needs of modern studios, enhancing efficiency in managing movies, assets, and human resources while ensuring a secure, user-friendly experience.</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title"/>
          </p:nvPr>
        </p:nvSpPr>
        <p:spPr>
          <a:xfrm>
            <a:off x="2095560" y="542880"/>
            <a:ext cx="5361840" cy="1056600"/>
          </a:xfrm>
          <a:prstGeom prst="rect">
            <a:avLst/>
          </a:prstGeom>
          <a:noFill/>
          <a:ln w="0">
            <a:noFill/>
          </a:ln>
        </p:spPr>
        <p:txBody>
          <a:bodyPr lIns="91440" rIns="91440" tIns="91440" bIns="91440" anchor="b">
            <a:normAutofit/>
          </a:bodyPr>
          <a:p>
            <a:pPr indent="0">
              <a:lnSpc>
                <a:spcPct val="100000"/>
              </a:lnSpc>
              <a:buNone/>
              <a:tabLst>
                <a:tab algn="l" pos="0"/>
              </a:tabLst>
            </a:pPr>
            <a:r>
              <a:rPr b="1" lang="en" sz="5500" strike="noStrike" u="none">
                <a:solidFill>
                  <a:schemeClr val="dk1"/>
                </a:solidFill>
                <a:effectLst/>
                <a:uFillTx/>
                <a:latin typeface="Montserrat"/>
                <a:ea typeface="Montserrat"/>
              </a:rPr>
              <a:t>Thank you!</a:t>
            </a:r>
            <a:endParaRPr b="0" lang="en-US" sz="5500" strike="noStrike" u="none">
              <a:solidFill>
                <a:srgbClr val="ffffff"/>
              </a:solidFill>
              <a:effectLst/>
              <a:uFillTx/>
              <a:latin typeface="Arial"/>
            </a:endParaRPr>
          </a:p>
        </p:txBody>
      </p:sp>
      <p:sp>
        <p:nvSpPr>
          <p:cNvPr id="680" name="PlaceHolder 2"/>
          <p:cNvSpPr>
            <a:spLocks noGrp="1"/>
          </p:cNvSpPr>
          <p:nvPr>
            <p:ph type="subTitle"/>
          </p:nvPr>
        </p:nvSpPr>
        <p:spPr>
          <a:xfrm>
            <a:off x="2095560" y="1590840"/>
            <a:ext cx="3837960" cy="1056600"/>
          </a:xfrm>
          <a:prstGeom prst="rect">
            <a:avLst/>
          </a:prstGeom>
          <a:noFill/>
          <a:ln w="0">
            <a:noFill/>
          </a:ln>
        </p:spPr>
        <p:txBody>
          <a:bodyPr lIns="91440" rIns="91440" tIns="91440" bIns="91440" anchor="t">
            <a:normAutofit/>
          </a:bodyPr>
          <a:p>
            <a:pPr indent="0">
              <a:lnSpc>
                <a:spcPct val="100000"/>
              </a:lnSpc>
              <a:buNone/>
              <a:tabLst>
                <a:tab algn="l" pos="0"/>
              </a:tabLst>
            </a:pPr>
            <a:r>
              <a:rPr b="1" lang="en" sz="1600" strike="noStrike" u="none">
                <a:solidFill>
                  <a:schemeClr val="dk1"/>
                </a:solidFill>
                <a:effectLst/>
                <a:uFillTx/>
                <a:latin typeface="Actor"/>
                <a:ea typeface="Actor"/>
              </a:rPr>
              <a:t>Do you have any questions?</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458</TotalTime>
  <Application>LibreOffice/25.2.4.3$Linux_X86_64 LibreOffice_project/33e196637044ead23f5c3226cde09b47731f7e27</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2025-07-23T00:38:27Z</dcterms:created>
  <dc:creator/>
  <dc:description/>
  <dc:language>en-US</dc:language>
  <cp:lastModifiedBy/>
  <cp:lastPrinted>2025-07-23T08:17:12Z</cp:lastPrinted>
  <dcterms:modified xsi:type="dcterms:W3CDTF">2025-07-23T08:17:01Z</dcterms:modified>
  <cp:revision>19</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17</vt:r8>
  </property>
</Properties>
</file>